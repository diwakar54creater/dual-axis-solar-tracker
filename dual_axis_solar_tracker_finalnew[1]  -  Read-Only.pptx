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4" r:id="rId4"/>
  </p:sldMasterIdLst>
  <p:notesMasterIdLst>
    <p:notesMasterId r:id="rId21"/>
  </p:notesMasterIdLst>
  <p:handoutMasterIdLst>
    <p:handoutMasterId r:id="rId22"/>
  </p:handoutMasterIdLst>
  <p:sldIdLst>
    <p:sldId id="325" r:id="rId5"/>
    <p:sldId id="342" r:id="rId6"/>
    <p:sldId id="326" r:id="rId7"/>
    <p:sldId id="341" r:id="rId8"/>
    <p:sldId id="327" r:id="rId9"/>
    <p:sldId id="361" r:id="rId10"/>
    <p:sldId id="362" r:id="rId11"/>
    <p:sldId id="363" r:id="rId12"/>
    <p:sldId id="364" r:id="rId13"/>
    <p:sldId id="354" r:id="rId14"/>
    <p:sldId id="356" r:id="rId15"/>
    <p:sldId id="365" r:id="rId16"/>
    <p:sldId id="359" r:id="rId17"/>
    <p:sldId id="358" r:id="rId18"/>
    <p:sldId id="360" r:id="rId19"/>
    <p:sldId id="34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205" autoAdjust="0"/>
  </p:normalViewPr>
  <p:slideViewPr>
    <p:cSldViewPr snapToGrid="0">
      <p:cViewPr varScale="1">
        <p:scale>
          <a:sx n="78" d="100"/>
          <a:sy n="78" d="100"/>
        </p:scale>
        <p:origin x="878" y="58"/>
      </p:cViewPr>
      <p:guideLst>
        <p:guide pos="816"/>
        <p:guide orient="horz" pos="38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Mini Project Title</a:t>
            </a:r>
            <a:endParaRPr lang="en-US" dirty="0"/>
          </a:p>
        </p:txBody>
      </p:sp>
      <p:sp>
        <p:nvSpPr>
          <p:cNvPr id="3" name="Date Placeholder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C810A61-DC2D-49CC-B0AF-81088B89CAE8}" type="datetime1">
              <a:rPr lang="en-IN" smtClean="0"/>
              <a:t>23-12-2024</a:t>
            </a:fld>
            <a:endParaRPr lang="en-US" dirty="0"/>
          </a:p>
        </p:txBody>
      </p:sp>
      <p:sp>
        <p:nvSpPr>
          <p:cNvPr id="4" name="Footer Placeholder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476440-F66F-F947-8EFC-EA5202ACFD25}" type="slidenum">
              <a:rPr lang="en-US" smtClean="0"/>
              <a:t>‹#›</a:t>
            </a:fld>
            <a:endParaRPr lang="en-US" dirty="0"/>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Mini Project Title</a:t>
            </a: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1330A-86C4-4F78-8BB1-FA41BBF28785}" type="datetime1">
              <a:rPr lang="en-IN" smtClean="0"/>
              <a:t>23-12-2024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E9EB-07EB-9D44-9F5A-AB1FBECCDD88}" type="slidenum">
              <a:rPr lang="en-US" smtClean="0"/>
              <a:t>‹#›</a:t>
            </a:fld>
            <a:endParaRPr lang="en-US" dirty="0"/>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217156-F58C-4605-8EA0-0740002C45C9}" type="datetime1">
              <a:rPr lang="en-US" smtClean="0"/>
              <a:t>12/23/2024</a:t>
            </a:fld>
            <a:endParaRPr lang="en-IN"/>
          </a:p>
        </p:txBody>
      </p:sp>
      <p:sp>
        <p:nvSpPr>
          <p:cNvPr id="5" name="Footer Placeholder 4"/>
          <p:cNvSpPr>
            <a:spLocks noGrp="1"/>
          </p:cNvSpPr>
          <p:nvPr>
            <p:ph type="ftr" sz="quarter" idx="11"/>
          </p:nvPr>
        </p:nvSpPr>
        <p:spPr/>
        <p:txBody>
          <a:bodyPr/>
          <a:lstStyle/>
          <a:p>
            <a:r>
              <a:rPr lang="en-US"/>
              <a:t>Department of ECE,SVIT</a:t>
            </a:r>
            <a:endParaRPr lang="en-US" dirty="0"/>
          </a:p>
        </p:txBody>
      </p:sp>
      <p:sp>
        <p:nvSpPr>
          <p:cNvPr id="6" name="Slide Number Placeholder 5"/>
          <p:cNvSpPr>
            <a:spLocks noGrp="1"/>
          </p:cNvSpPr>
          <p:nvPr>
            <p:ph type="sldNum" sz="quarter" idx="12"/>
          </p:nvPr>
        </p:nvSpPr>
        <p:spPr/>
        <p:txBody>
          <a:body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3930386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615189-E5EF-4940-BDE9-99F45047E315}" type="datetime1">
              <a:rPr lang="en-US" smtClean="0"/>
              <a:t>12/23/2024</a:t>
            </a:fld>
            <a:endParaRPr lang="en-IN"/>
          </a:p>
        </p:txBody>
      </p:sp>
      <p:sp>
        <p:nvSpPr>
          <p:cNvPr id="5" name="Footer Placeholder 4"/>
          <p:cNvSpPr>
            <a:spLocks noGrp="1"/>
          </p:cNvSpPr>
          <p:nvPr>
            <p:ph type="ftr" sz="quarter" idx="11"/>
          </p:nvPr>
        </p:nvSpPr>
        <p:spPr/>
        <p:txBody>
          <a:bodyPr/>
          <a:lstStyle/>
          <a:p>
            <a:r>
              <a:rPr lang="en-US"/>
              <a:t>Department of ECE,SVIT</a:t>
            </a:r>
            <a:endParaRPr lang="en-US" dirty="0"/>
          </a:p>
        </p:txBody>
      </p:sp>
      <p:sp>
        <p:nvSpPr>
          <p:cNvPr id="6" name="Slide Number Placeholder 5"/>
          <p:cNvSpPr>
            <a:spLocks noGrp="1"/>
          </p:cNvSpPr>
          <p:nvPr>
            <p:ph type="sldNum" sz="quarter" idx="12"/>
          </p:nvPr>
        </p:nvSpPr>
        <p:spPr/>
        <p:txBody>
          <a:body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3820756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F5AA1C-4CCB-41D1-8C7A-92A4E94CC99B}" type="datetime1">
              <a:rPr lang="en-US" smtClean="0"/>
              <a:t>12/23/2024</a:t>
            </a:fld>
            <a:endParaRPr lang="en-IN"/>
          </a:p>
        </p:txBody>
      </p:sp>
      <p:sp>
        <p:nvSpPr>
          <p:cNvPr id="5" name="Footer Placeholder 4"/>
          <p:cNvSpPr>
            <a:spLocks noGrp="1"/>
          </p:cNvSpPr>
          <p:nvPr>
            <p:ph type="ftr" sz="quarter" idx="11"/>
          </p:nvPr>
        </p:nvSpPr>
        <p:spPr/>
        <p:txBody>
          <a:bodyPr/>
          <a:lstStyle/>
          <a:p>
            <a:r>
              <a:rPr lang="en-US"/>
              <a:t>Department of ECE,SVIT</a:t>
            </a:r>
            <a:endParaRPr lang="en-US" dirty="0"/>
          </a:p>
        </p:txBody>
      </p:sp>
      <p:sp>
        <p:nvSpPr>
          <p:cNvPr id="6" name="Slide Number Placeholder 5"/>
          <p:cNvSpPr>
            <a:spLocks noGrp="1"/>
          </p:cNvSpPr>
          <p:nvPr>
            <p:ph type="sldNum" sz="quarter" idx="12"/>
          </p:nvPr>
        </p:nvSpPr>
        <p:spPr/>
        <p:txBody>
          <a:body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423406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D34C3F8-4AAC-4349-ACB3-58D4F96F0E75}" type="datetime1">
              <a:rPr lang="en-US" smtClean="0"/>
              <a:t>12/23/2024</a:t>
            </a:fld>
            <a:endParaRPr lang="en-IN"/>
          </a:p>
        </p:txBody>
      </p:sp>
      <p:sp>
        <p:nvSpPr>
          <p:cNvPr id="6" name="Footer Placeholder 5"/>
          <p:cNvSpPr>
            <a:spLocks noGrp="1"/>
          </p:cNvSpPr>
          <p:nvPr>
            <p:ph type="ftr" sz="quarter" idx="11"/>
          </p:nvPr>
        </p:nvSpPr>
        <p:spPr/>
        <p:txBody>
          <a:bodyPr/>
          <a:lstStyle/>
          <a:p>
            <a:r>
              <a:rPr lang="en-US"/>
              <a:t>Department of ECE,SVIT</a:t>
            </a:r>
            <a:endParaRPr lang="en-US" dirty="0"/>
          </a:p>
        </p:txBody>
      </p:sp>
      <p:sp>
        <p:nvSpPr>
          <p:cNvPr id="7" name="Slide Number Placeholder 6"/>
          <p:cNvSpPr>
            <a:spLocks noGrp="1"/>
          </p:cNvSpPr>
          <p:nvPr>
            <p:ph type="sldNum" sz="quarter" idx="12"/>
          </p:nvPr>
        </p:nvSpPr>
        <p:spPr/>
        <p:txBody>
          <a:body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1789272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956E34-F731-4C0D-96CD-0EDFC267E561}" type="datetime1">
              <a:rPr lang="en-US" smtClean="0"/>
              <a:t>12/23/2024</a:t>
            </a:fld>
            <a:endParaRPr lang="en-IN"/>
          </a:p>
        </p:txBody>
      </p:sp>
      <p:sp>
        <p:nvSpPr>
          <p:cNvPr id="8" name="Footer Placeholder 7"/>
          <p:cNvSpPr>
            <a:spLocks noGrp="1"/>
          </p:cNvSpPr>
          <p:nvPr>
            <p:ph type="ftr" sz="quarter" idx="11"/>
          </p:nvPr>
        </p:nvSpPr>
        <p:spPr/>
        <p:txBody>
          <a:bodyPr/>
          <a:lstStyle/>
          <a:p>
            <a:r>
              <a:rPr lang="en-US"/>
              <a:t>Department of ECE,SVIT</a:t>
            </a:r>
            <a:endParaRPr lang="en-US" dirty="0"/>
          </a:p>
        </p:txBody>
      </p:sp>
      <p:sp>
        <p:nvSpPr>
          <p:cNvPr id="9" name="Slide Number Placeholder 8"/>
          <p:cNvSpPr>
            <a:spLocks noGrp="1"/>
          </p:cNvSpPr>
          <p:nvPr>
            <p:ph type="sldNum" sz="quarter" idx="12"/>
          </p:nvPr>
        </p:nvSpPr>
        <p:spPr/>
        <p:txBody>
          <a:body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2454157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1304F0-B581-4ED7-81FA-93D5DFE06A63}" type="datetime1">
              <a:rPr lang="en-US" smtClean="0"/>
              <a:t>12/23/2024</a:t>
            </a:fld>
            <a:endParaRPr lang="en-IN"/>
          </a:p>
        </p:txBody>
      </p:sp>
      <p:sp>
        <p:nvSpPr>
          <p:cNvPr id="4" name="Footer Placeholder 3"/>
          <p:cNvSpPr>
            <a:spLocks noGrp="1"/>
          </p:cNvSpPr>
          <p:nvPr>
            <p:ph type="ftr" sz="quarter" idx="11"/>
          </p:nvPr>
        </p:nvSpPr>
        <p:spPr/>
        <p:txBody>
          <a:bodyPr/>
          <a:lstStyle/>
          <a:p>
            <a:r>
              <a:rPr lang="en-US"/>
              <a:t>Department of ECE,SVIT</a:t>
            </a:r>
            <a:endParaRPr lang="en-US" dirty="0"/>
          </a:p>
        </p:txBody>
      </p:sp>
      <p:sp>
        <p:nvSpPr>
          <p:cNvPr id="5" name="Slide Number Placeholder 4"/>
          <p:cNvSpPr>
            <a:spLocks noGrp="1"/>
          </p:cNvSpPr>
          <p:nvPr>
            <p:ph type="sldNum" sz="quarter" idx="12"/>
          </p:nvPr>
        </p:nvSpPr>
        <p:spPr/>
        <p:txBody>
          <a:bodyPr/>
          <a:lstStyle/>
          <a:p>
            <a:fld id="{75DF2D63-3FF5-D547-96B9-BE9CCD1ABA58}" type="slidenum">
              <a:rPr lang="en-US" smtClean="0"/>
              <a:t>‹#›</a:t>
            </a:fld>
            <a:endParaRPr lang="en-US" dirty="0"/>
          </a:p>
        </p:txBody>
      </p:sp>
    </p:spTree>
    <p:extLst>
      <p:ext uri="{BB962C8B-B14F-4D97-AF65-F5344CB8AC3E}">
        <p14:creationId xmlns:p14="http://schemas.microsoft.com/office/powerpoint/2010/main" val="4118660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9CE9B1-8601-408B-BEC0-036BF0CD753A}" type="datetime1">
              <a:rPr lang="en-US" smtClean="0"/>
              <a:t>12/23/2024</a:t>
            </a:fld>
            <a:endParaRPr lang="en-IN"/>
          </a:p>
        </p:txBody>
      </p:sp>
      <p:sp>
        <p:nvSpPr>
          <p:cNvPr id="3" name="Footer Placeholder 2"/>
          <p:cNvSpPr>
            <a:spLocks noGrp="1"/>
          </p:cNvSpPr>
          <p:nvPr>
            <p:ph type="ftr" sz="quarter" idx="11"/>
          </p:nvPr>
        </p:nvSpPr>
        <p:spPr/>
        <p:txBody>
          <a:bodyPr/>
          <a:lstStyle/>
          <a:p>
            <a:r>
              <a:rPr lang="en-US"/>
              <a:t>Department of ECE,SVIT</a:t>
            </a:r>
            <a:endParaRPr lang="en-US" dirty="0"/>
          </a:p>
        </p:txBody>
      </p:sp>
      <p:sp>
        <p:nvSpPr>
          <p:cNvPr id="4" name="Slide Number Placeholder 3"/>
          <p:cNvSpPr>
            <a:spLocks noGrp="1"/>
          </p:cNvSpPr>
          <p:nvPr>
            <p:ph type="sldNum" sz="quarter" idx="12"/>
          </p:nvPr>
        </p:nvSpPr>
        <p:spPr/>
        <p:txBody>
          <a:bodyPr/>
          <a:lstStyle/>
          <a:p>
            <a:fld id="{75DF2D63-3FF5-D547-96B9-BE9CCD1ABA58}" type="slidenum">
              <a:rPr lang="en-US" smtClean="0"/>
              <a:t>‹#›</a:t>
            </a:fld>
            <a:endParaRPr lang="en-US" dirty="0"/>
          </a:p>
        </p:txBody>
      </p:sp>
    </p:spTree>
    <p:extLst>
      <p:ext uri="{BB962C8B-B14F-4D97-AF65-F5344CB8AC3E}">
        <p14:creationId xmlns:p14="http://schemas.microsoft.com/office/powerpoint/2010/main" val="3851435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917FD3-5801-4920-A736-7FD1EBF82BB5}" type="datetime1">
              <a:rPr lang="en-US" smtClean="0"/>
              <a:t>12/23/2024</a:t>
            </a:fld>
            <a:endParaRPr lang="en-IN"/>
          </a:p>
        </p:txBody>
      </p:sp>
      <p:sp>
        <p:nvSpPr>
          <p:cNvPr id="6" name="Footer Placeholder 5"/>
          <p:cNvSpPr>
            <a:spLocks noGrp="1"/>
          </p:cNvSpPr>
          <p:nvPr>
            <p:ph type="ftr" sz="quarter" idx="11"/>
          </p:nvPr>
        </p:nvSpPr>
        <p:spPr/>
        <p:txBody>
          <a:bodyPr/>
          <a:lstStyle/>
          <a:p>
            <a:r>
              <a:rPr lang="en-US"/>
              <a:t>Department of ECE,SVIT</a:t>
            </a:r>
            <a:endParaRPr lang="en-US" dirty="0"/>
          </a:p>
        </p:txBody>
      </p:sp>
      <p:sp>
        <p:nvSpPr>
          <p:cNvPr id="7" name="Slide Number Placeholder 6"/>
          <p:cNvSpPr>
            <a:spLocks noGrp="1"/>
          </p:cNvSpPr>
          <p:nvPr>
            <p:ph type="sldNum" sz="quarter" idx="12"/>
          </p:nvPr>
        </p:nvSpPr>
        <p:spPr/>
        <p:txBody>
          <a:bodyPr/>
          <a:lstStyle/>
          <a:p>
            <a:fld id="{75DF2D63-3FF5-D547-96B9-BE9CCD1ABA58}" type="slidenum">
              <a:rPr lang="en-US" smtClean="0"/>
              <a:t>‹#›</a:t>
            </a:fld>
            <a:endParaRPr lang="en-US" dirty="0"/>
          </a:p>
        </p:txBody>
      </p:sp>
    </p:spTree>
    <p:extLst>
      <p:ext uri="{BB962C8B-B14F-4D97-AF65-F5344CB8AC3E}">
        <p14:creationId xmlns:p14="http://schemas.microsoft.com/office/powerpoint/2010/main" val="3549866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E00ADB-DCA7-47F6-BEF0-27523BB93FCC}" type="datetime1">
              <a:rPr lang="en-US" smtClean="0"/>
              <a:t>12/23/2024</a:t>
            </a:fld>
            <a:endParaRPr lang="en-IN"/>
          </a:p>
        </p:txBody>
      </p:sp>
      <p:sp>
        <p:nvSpPr>
          <p:cNvPr id="6" name="Footer Placeholder 5"/>
          <p:cNvSpPr>
            <a:spLocks noGrp="1"/>
          </p:cNvSpPr>
          <p:nvPr>
            <p:ph type="ftr" sz="quarter" idx="11"/>
          </p:nvPr>
        </p:nvSpPr>
        <p:spPr/>
        <p:txBody>
          <a:bodyPr/>
          <a:lstStyle/>
          <a:p>
            <a:r>
              <a:rPr lang="en-US"/>
              <a:t>Department of ECE,SVIT</a:t>
            </a:r>
            <a:endParaRPr lang="en-US" dirty="0"/>
          </a:p>
        </p:txBody>
      </p:sp>
      <p:sp>
        <p:nvSpPr>
          <p:cNvPr id="7" name="Slide Number Placeholder 6"/>
          <p:cNvSpPr>
            <a:spLocks noGrp="1"/>
          </p:cNvSpPr>
          <p:nvPr>
            <p:ph type="sldNum" sz="quarter" idx="12"/>
          </p:nvPr>
        </p:nvSpPr>
        <p:spPr/>
        <p:txBody>
          <a:bodyPr/>
          <a:lstStyle/>
          <a:p>
            <a:fld id="{75DF2D63-3FF5-D547-96B9-BE9CCD1ABA58}" type="slidenum">
              <a:rPr lang="en-US" smtClean="0"/>
              <a:t>‹#›</a:t>
            </a:fld>
            <a:endParaRPr lang="en-US" dirty="0"/>
          </a:p>
        </p:txBody>
      </p:sp>
    </p:spTree>
    <p:extLst>
      <p:ext uri="{BB962C8B-B14F-4D97-AF65-F5344CB8AC3E}">
        <p14:creationId xmlns:p14="http://schemas.microsoft.com/office/powerpoint/2010/main" val="4094208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BFE664-B0D0-4189-AF91-78459ADBAAF0}" type="datetime1">
              <a:rPr lang="en-US" smtClean="0"/>
              <a:t>12/23/2024</a:t>
            </a:fld>
            <a:endParaRPr lang="en-IN"/>
          </a:p>
        </p:txBody>
      </p:sp>
      <p:sp>
        <p:nvSpPr>
          <p:cNvPr id="5" name="Footer Placeholder 4"/>
          <p:cNvSpPr>
            <a:spLocks noGrp="1"/>
          </p:cNvSpPr>
          <p:nvPr>
            <p:ph type="ftr" sz="quarter" idx="11"/>
          </p:nvPr>
        </p:nvSpPr>
        <p:spPr/>
        <p:txBody>
          <a:bodyPr/>
          <a:lstStyle/>
          <a:p>
            <a:r>
              <a:rPr lang="en-US"/>
              <a:t>Department of ECE,SVIT</a:t>
            </a:r>
            <a:endParaRPr lang="en-US" dirty="0"/>
          </a:p>
        </p:txBody>
      </p:sp>
      <p:sp>
        <p:nvSpPr>
          <p:cNvPr id="6" name="Slide Number Placeholder 5"/>
          <p:cNvSpPr>
            <a:spLocks noGrp="1"/>
          </p:cNvSpPr>
          <p:nvPr>
            <p:ph type="sldNum" sz="quarter" idx="12"/>
          </p:nvPr>
        </p:nvSpPr>
        <p:spPr/>
        <p:txBody>
          <a:body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3484696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DF97F1-F3F0-4645-8601-19E816022E3F}" type="datetime1">
              <a:rPr lang="en-US" smtClean="0"/>
              <a:t>12/23/2024</a:t>
            </a:fld>
            <a:endParaRPr lang="en-IN"/>
          </a:p>
        </p:txBody>
      </p:sp>
      <p:sp>
        <p:nvSpPr>
          <p:cNvPr id="5" name="Footer Placeholder 4"/>
          <p:cNvSpPr>
            <a:spLocks noGrp="1"/>
          </p:cNvSpPr>
          <p:nvPr>
            <p:ph type="ftr" sz="quarter" idx="11"/>
          </p:nvPr>
        </p:nvSpPr>
        <p:spPr/>
        <p:txBody>
          <a:bodyPr/>
          <a:lstStyle/>
          <a:p>
            <a:r>
              <a:rPr lang="en-US"/>
              <a:t>Department of ECE,SVIT</a:t>
            </a:r>
            <a:endParaRPr lang="en-US" dirty="0"/>
          </a:p>
        </p:txBody>
      </p:sp>
      <p:sp>
        <p:nvSpPr>
          <p:cNvPr id="6" name="Slide Number Placeholder 5"/>
          <p:cNvSpPr>
            <a:spLocks noGrp="1"/>
          </p:cNvSpPr>
          <p:nvPr>
            <p:ph type="sldNum" sz="quarter" idx="12"/>
          </p:nvPr>
        </p:nvSpPr>
        <p:spPr/>
        <p:txBody>
          <a:body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3599435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1C745E-9B5A-59BF-BF50-4F251E39D58D}"/>
              </a:ext>
            </a:extLst>
          </p:cNvPr>
          <p:cNvSpPr/>
          <p:nvPr userDrawn="1"/>
        </p:nvSpPr>
        <p:spPr>
          <a:xfrm>
            <a:off x="304800" y="266703"/>
            <a:ext cx="11582400" cy="63245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F2B4A7EA-9E3F-9CE1-56B5-92F4FDDA6991}"/>
              </a:ext>
            </a:extLst>
          </p:cNvPr>
          <p:cNvSpPr>
            <a:spLocks noGrp="1"/>
          </p:cNvSpPr>
          <p:nvPr>
            <p:ph type="pic" sz="quarter" idx="10"/>
          </p:nvPr>
        </p:nvSpPr>
        <p:spPr>
          <a:xfrm>
            <a:off x="2324100" y="758952"/>
            <a:ext cx="7543800" cy="5029200"/>
          </a:xfrm>
          <a:custGeom>
            <a:avLst/>
            <a:gdLst>
              <a:gd name="connsiteX0" fmla="*/ 3567113 w 7543800"/>
              <a:gd name="connsiteY0" fmla="*/ 4869270 h 5029200"/>
              <a:gd name="connsiteX1" fmla="*/ 3567113 w 7543800"/>
              <a:gd name="connsiteY1" fmla="*/ 4957572 h 5029200"/>
              <a:gd name="connsiteX2" fmla="*/ 3976688 w 7543800"/>
              <a:gd name="connsiteY2" fmla="*/ 4957572 h 5029200"/>
              <a:gd name="connsiteX3" fmla="*/ 3976688 w 7543800"/>
              <a:gd name="connsiteY3" fmla="*/ 4869270 h 5029200"/>
              <a:gd name="connsiteX4" fmla="*/ 0 w 7543800"/>
              <a:gd name="connsiteY4" fmla="*/ 0 h 5029200"/>
              <a:gd name="connsiteX5" fmla="*/ 7543800 w 7543800"/>
              <a:gd name="connsiteY5" fmla="*/ 0 h 5029200"/>
              <a:gd name="connsiteX6" fmla="*/ 7543800 w 7543800"/>
              <a:gd name="connsiteY6" fmla="*/ 5029200 h 5029200"/>
              <a:gd name="connsiteX7" fmla="*/ 0 w 7543800"/>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43800" h="5029200">
                <a:moveTo>
                  <a:pt x="3567113" y="4869270"/>
                </a:moveTo>
                <a:lnTo>
                  <a:pt x="3567113" y="4957572"/>
                </a:lnTo>
                <a:lnTo>
                  <a:pt x="3976688" y="4957572"/>
                </a:lnTo>
                <a:lnTo>
                  <a:pt x="3976688" y="4869270"/>
                </a:lnTo>
                <a:close/>
                <a:moveTo>
                  <a:pt x="0" y="0"/>
                </a:moveTo>
                <a:lnTo>
                  <a:pt x="7543800" y="0"/>
                </a:lnTo>
                <a:lnTo>
                  <a:pt x="7543800" y="5029200"/>
                </a:lnTo>
                <a:lnTo>
                  <a:pt x="0" y="5029200"/>
                </a:lnTo>
                <a:close/>
              </a:path>
            </a:pathLst>
          </a:custGeom>
        </p:spPr>
        <p:txBody>
          <a:bodyPr wrap="square">
            <a:noAutofit/>
          </a:bodyPr>
          <a:lstStyle>
            <a:lvl1pPr marL="0" indent="0" algn="ctr">
              <a:buNone/>
              <a:defRPr/>
            </a:lvl1pPr>
          </a:lstStyle>
          <a:p>
            <a:r>
              <a:rPr lang="en-US"/>
              <a:t>Click icon to add picture</a:t>
            </a:r>
            <a:endParaRPr lang="en-US" dirty="0"/>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3108960"/>
            <a:ext cx="10515600" cy="640080"/>
          </a:xfrm>
        </p:spPr>
        <p:txBody>
          <a:bodyPr anchor="ctr"/>
          <a:lstStyle>
            <a:lvl1pPr algn="ctr">
              <a:defRPr sz="6000" spc="300" baseline="0"/>
            </a:lvl1pPr>
          </a:lstStyle>
          <a:p>
            <a:r>
              <a:rPr lang="en-US"/>
              <a:t>Click to edit Master title style</a:t>
            </a:r>
            <a:endParaRPr lang="en-US" dirty="0"/>
          </a:p>
        </p:txBody>
      </p:sp>
      <p:sp>
        <p:nvSpPr>
          <p:cNvPr id="11" name="Rectangle 10">
            <a:extLst>
              <a:ext uri="{FF2B5EF4-FFF2-40B4-BE49-F238E27FC236}">
                <a16:creationId xmlns:a16="http://schemas.microsoft.com/office/drawing/2014/main" id="{39F70834-CB8D-A95B-D859-6E5B4C6B4F78}"/>
              </a:ext>
            </a:extLst>
          </p:cNvPr>
          <p:cNvSpPr/>
          <p:nvPr userDrawn="1"/>
        </p:nvSpPr>
        <p:spPr>
          <a:xfrm>
            <a:off x="5891214"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4122376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with image r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94B2501-78A9-E41B-7C2D-09F09ADDCB5E}"/>
              </a:ext>
            </a:extLst>
          </p:cNvPr>
          <p:cNvSpPr/>
          <p:nvPr userDrawn="1"/>
        </p:nvSpPr>
        <p:spPr>
          <a:xfrm>
            <a:off x="8610600" y="0"/>
            <a:ext cx="35814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2" name="Rectangle 11">
            <a:extLst>
              <a:ext uri="{FF2B5EF4-FFF2-40B4-BE49-F238E27FC236}">
                <a16:creationId xmlns:a16="http://schemas.microsoft.com/office/drawing/2014/main" id="{BBA0478E-A529-CF4E-CE5C-583ACA20D66C}"/>
              </a:ext>
            </a:extLst>
          </p:cNvPr>
          <p:cNvSpPr/>
          <p:nvPr userDrawn="1"/>
        </p:nvSpPr>
        <p:spPr>
          <a:xfrm>
            <a:off x="4462850" y="685802"/>
            <a:ext cx="7119551" cy="54864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95400" y="1124712"/>
            <a:ext cx="3886200" cy="548640"/>
          </a:xfrm>
        </p:spPr>
        <p:txBody>
          <a:bodyPr/>
          <a:lstStyle>
            <a:lvl1pPr>
              <a:defRPr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95400" y="2816352"/>
            <a:ext cx="3602736" cy="3364992"/>
          </a:xfrm>
        </p:spPr>
        <p:txBody>
          <a:bodyPr/>
          <a:lstStyle>
            <a:lvl1pPr marL="0" indent="0">
              <a:lnSpc>
                <a:spcPct val="150000"/>
              </a:lnSpc>
              <a:buNone/>
              <a:defRPr sz="2000" cap="all" spc="0" baseline="0"/>
            </a:lvl1pPr>
            <a:lvl2pPr marL="228600">
              <a:defRPr spc="0" baseline="0"/>
            </a:lvl2pPr>
            <a:lvl3pPr marL="457200">
              <a:defRPr spc="0" baseline="0"/>
            </a:lvl3pPr>
            <a:lvl4pPr marL="685800">
              <a:defRPr spc="0" baseline="0"/>
            </a:lvl4pPr>
            <a:lvl5pPr marL="1143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9" y="5547946"/>
            <a:ext cx="184731" cy="369332"/>
          </a:xfrm>
          <a:prstGeom prst="rect">
            <a:avLst/>
          </a:prstGeom>
          <a:noFill/>
        </p:spPr>
        <p:txBody>
          <a:bodyPr wrap="none" rtlCol="0">
            <a:spAutoFit/>
          </a:bodyPr>
          <a:lstStyle/>
          <a:p>
            <a:endParaRPr lang="en-US" sz="1800"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a:t>Department of ECE,SVIT</a:t>
            </a:r>
            <a:endParaRPr lang="en-US" dirty="0"/>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4946904" y="1188720"/>
            <a:ext cx="6638544" cy="4480560"/>
          </a:xfrm>
          <a:noFill/>
        </p:spPr>
        <p:txBody>
          <a:bodyPr anchor="ctr"/>
          <a:lstStyle>
            <a:lvl1pPr marL="0" indent="0" algn="ctr">
              <a:buNone/>
              <a:defRPr/>
            </a:lvl1pPr>
          </a:lstStyle>
          <a:p>
            <a:r>
              <a:rPr lang="en-US"/>
              <a:t>Click icon to add picture</a:t>
            </a:r>
            <a:endParaRPr lang="en-US" dirty="0"/>
          </a:p>
        </p:txBody>
      </p:sp>
      <p:cxnSp>
        <p:nvCxnSpPr>
          <p:cNvPr id="8" name="Straight Connector 7">
            <a:extLst>
              <a:ext uri="{FF2B5EF4-FFF2-40B4-BE49-F238E27FC236}">
                <a16:creationId xmlns:a16="http://schemas.microsoft.com/office/drawing/2014/main" id="{D792E47F-4E2C-B4B2-51F0-43D9D15C5A60}"/>
              </a:ext>
            </a:extLst>
          </p:cNvPr>
          <p:cNvCxnSpPr>
            <a:cxnSpLocks/>
          </p:cNvCxnSpPr>
          <p:nvPr userDrawn="1"/>
        </p:nvCxnSpPr>
        <p:spPr>
          <a:xfrm>
            <a:off x="1295400"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47771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Closin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8C402F40-958A-D2BF-629C-39B659EC95D4}"/>
              </a:ext>
            </a:extLst>
          </p:cNvPr>
          <p:cNvSpPr>
            <a:spLocks noGrp="1"/>
          </p:cNvSpPr>
          <p:nvPr>
            <p:ph type="pic" sz="quarter" idx="12"/>
          </p:nvPr>
        </p:nvSpPr>
        <p:spPr>
          <a:xfrm>
            <a:off x="2" y="1"/>
            <a:ext cx="12191999" cy="6858000"/>
          </a:xfrm>
          <a:custGeom>
            <a:avLst/>
            <a:gdLst>
              <a:gd name="connsiteX0" fmla="*/ 5890261 w 12191999"/>
              <a:gd name="connsiteY0" fmla="*/ 4496651 h 6858000"/>
              <a:gd name="connsiteX1" fmla="*/ 5890261 w 12191999"/>
              <a:gd name="connsiteY1" fmla="*/ 4584953 h 6858000"/>
              <a:gd name="connsiteX2" fmla="*/ 6299835 w 12191999"/>
              <a:gd name="connsiteY2" fmla="*/ 4584953 h 6858000"/>
              <a:gd name="connsiteX3" fmla="*/ 6299835 w 12191999"/>
              <a:gd name="connsiteY3" fmla="*/ 4496651 h 6858000"/>
              <a:gd name="connsiteX4" fmla="*/ 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5890261" y="4496651"/>
                </a:moveTo>
                <a:lnTo>
                  <a:pt x="5890261" y="4584953"/>
                </a:lnTo>
                <a:lnTo>
                  <a:pt x="6299835" y="4584953"/>
                </a:lnTo>
                <a:lnTo>
                  <a:pt x="6299835" y="4496651"/>
                </a:lnTo>
                <a:close/>
                <a:moveTo>
                  <a:pt x="0" y="0"/>
                </a:moveTo>
                <a:lnTo>
                  <a:pt x="12191999" y="0"/>
                </a:lnTo>
                <a:lnTo>
                  <a:pt x="12191999" y="6858000"/>
                </a:lnTo>
                <a:lnTo>
                  <a:pt x="0" y="6858000"/>
                </a:lnTo>
                <a:close/>
              </a:path>
            </a:pathLst>
          </a:custGeom>
        </p:spPr>
        <p:txBody>
          <a:bodyPr wrap="square">
            <a:noAutofit/>
          </a:bodyPr>
          <a:lstStyle/>
          <a:p>
            <a:r>
              <a:rPr lang="en-US"/>
              <a:t>Click icon to add picture</a:t>
            </a:r>
            <a:endParaRPr lang="en-US" dirty="0"/>
          </a:p>
        </p:txBody>
      </p:sp>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1535715" y="1485302"/>
            <a:ext cx="9120571" cy="3887396"/>
          </a:xfrm>
          <a:custGeom>
            <a:avLst/>
            <a:gdLst>
              <a:gd name="connsiteX0" fmla="*/ 4354545 w 9120570"/>
              <a:gd name="connsiteY0" fmla="*/ 3011350 h 3887396"/>
              <a:gd name="connsiteX1" fmla="*/ 4354545 w 9120570"/>
              <a:gd name="connsiteY1" fmla="*/ 3099652 h 3887396"/>
              <a:gd name="connsiteX2" fmla="*/ 4764120 w 9120570"/>
              <a:gd name="connsiteY2" fmla="*/ 3099652 h 3887396"/>
              <a:gd name="connsiteX3" fmla="*/ 4764120 w 9120570"/>
              <a:gd name="connsiteY3" fmla="*/ 3011350 h 3887396"/>
              <a:gd name="connsiteX4" fmla="*/ 0 w 9120570"/>
              <a:gd name="connsiteY4" fmla="*/ 0 h 3887396"/>
              <a:gd name="connsiteX5" fmla="*/ 9120570 w 9120570"/>
              <a:gd name="connsiteY5" fmla="*/ 0 h 3887396"/>
              <a:gd name="connsiteX6" fmla="*/ 9120570 w 9120570"/>
              <a:gd name="connsiteY6" fmla="*/ 3887396 h 3887396"/>
              <a:gd name="connsiteX7" fmla="*/ 0 w 9120570"/>
              <a:gd name="connsiteY7" fmla="*/ 3887396 h 388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20570" h="3887396">
                <a:moveTo>
                  <a:pt x="4354545" y="3011350"/>
                </a:moveTo>
                <a:lnTo>
                  <a:pt x="4354545" y="3099652"/>
                </a:lnTo>
                <a:lnTo>
                  <a:pt x="4764120" y="3099652"/>
                </a:lnTo>
                <a:lnTo>
                  <a:pt x="4764120" y="3011350"/>
                </a:lnTo>
                <a:close/>
                <a:moveTo>
                  <a:pt x="0" y="0"/>
                </a:moveTo>
                <a:lnTo>
                  <a:pt x="9120570" y="0"/>
                </a:lnTo>
                <a:lnTo>
                  <a:pt x="9120570" y="3887396"/>
                </a:lnTo>
                <a:lnTo>
                  <a:pt x="0" y="3887396"/>
                </a:lnTo>
                <a:close/>
              </a:path>
            </a:pathLst>
          </a:custGeom>
          <a:solidFill>
            <a:schemeClr val="accent1">
              <a:lumMod val="20000"/>
              <a:lumOff val="80000"/>
            </a:schemeClr>
          </a:solidFill>
        </p:spPr>
        <p:txBody>
          <a:bodyPr wrap="square" bIns="1097280" anchor="b">
            <a:noAutofit/>
          </a:bodyPr>
          <a:lstStyle>
            <a:lvl1pPr algn="ctr">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612648"/>
            <a:ext cx="2286000" cy="2286000"/>
          </a:xfrm>
          <a:prstGeom prst="ellipse">
            <a:avLst/>
          </a:prstGeom>
        </p:spPr>
        <p:txBody>
          <a:bodyPr anchor="ctr"/>
          <a:lstStyle>
            <a:lvl1pPr marL="0" indent="0" algn="ctr">
              <a:buNone/>
              <a:defRPr sz="1050"/>
            </a:lvl1pPr>
          </a:lstStyle>
          <a:p>
            <a:r>
              <a:rPr lang="en-US"/>
              <a:t>Click icon to add picture</a:t>
            </a:r>
            <a:endParaRPr lang="en-US" dirty="0"/>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5751576"/>
            <a:ext cx="9116568" cy="722376"/>
          </a:xfrm>
        </p:spPr>
        <p:txBody>
          <a:bodyPr anchor="ctr"/>
          <a:lstStyle>
            <a:lvl1pPr marL="0" indent="0" algn="ctr">
              <a:buNone/>
              <a:defRPr sz="2000" cap="all" baseline="0"/>
            </a:lvl1pPr>
          </a:lstStyle>
          <a:p>
            <a:pPr lvl="0"/>
            <a:r>
              <a:rPr lang="en-US"/>
              <a:t>Click to edit Master text styles</a:t>
            </a:r>
          </a:p>
        </p:txBody>
      </p:sp>
      <p:sp>
        <p:nvSpPr>
          <p:cNvPr id="20" name="Rectangle 19">
            <a:extLst>
              <a:ext uri="{FF2B5EF4-FFF2-40B4-BE49-F238E27FC236}">
                <a16:creationId xmlns:a16="http://schemas.microsoft.com/office/drawing/2014/main" id="{469017C4-5BB0-DF6F-781B-FB81A3A5D977}"/>
              </a:ext>
            </a:extLst>
          </p:cNvPr>
          <p:cNvSpPr/>
          <p:nvPr userDrawn="1"/>
        </p:nvSpPr>
        <p:spPr>
          <a:xfrm>
            <a:off x="5890262" y="449665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2558380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accent4"/>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BA0478E-A529-CF4E-CE5C-583ACA20D66C}"/>
              </a:ext>
            </a:extLst>
          </p:cNvPr>
          <p:cNvSpPr/>
          <p:nvPr userDrawn="1"/>
        </p:nvSpPr>
        <p:spPr>
          <a:xfrm>
            <a:off x="3578352" y="0"/>
            <a:ext cx="861364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449824" y="1124712"/>
            <a:ext cx="5760720" cy="548640"/>
          </a:xfrm>
        </p:spPr>
        <p:txBody>
          <a:bodyPr/>
          <a:lstStyle>
            <a:lvl1pPr>
              <a:defRPr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449824" y="2889504"/>
            <a:ext cx="5760720" cy="3319272"/>
          </a:xfrm>
        </p:spPr>
        <p:txBody>
          <a:bodyPr/>
          <a:lstStyle>
            <a:lvl1pPr marL="0" indent="0">
              <a:lnSpc>
                <a:spcPct val="150000"/>
              </a:lnSpc>
              <a:buNone/>
              <a:defRPr sz="2000" cap="none" spc="0" baseline="0"/>
            </a:lvl1pPr>
            <a:lvl2pPr marL="228600">
              <a:defRPr spc="0" baseline="0"/>
            </a:lvl2pPr>
            <a:lvl3pPr marL="457200">
              <a:defRPr spc="0" baseline="0"/>
            </a:lvl3pPr>
            <a:lvl4pPr marL="685800">
              <a:defRPr spc="0" baseline="0"/>
            </a:lvl4pPr>
            <a:lvl5pPr marL="1143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9" y="5547946"/>
            <a:ext cx="184731" cy="369332"/>
          </a:xfrm>
          <a:prstGeom prst="rect">
            <a:avLst/>
          </a:prstGeom>
          <a:noFill/>
        </p:spPr>
        <p:txBody>
          <a:bodyPr wrap="none" rtlCol="0">
            <a:spAutoFit/>
          </a:bodyPr>
          <a:lstStyle/>
          <a:p>
            <a:endParaRPr lang="en-US" sz="1800"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lvl1pPr>
              <a:defRPr>
                <a:solidFill>
                  <a:schemeClr val="bg1"/>
                </a:solidFill>
              </a:defRPr>
            </a:lvl1pPr>
          </a:lstStyle>
          <a:p>
            <a:fld id="{75DF2D63-3FF5-D547-96B9-BE9CCD1ABA58}" type="slidenum">
              <a:rPr lang="en-US" smtClean="0"/>
              <a:pPr/>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lvl1pPr>
              <a:defRPr>
                <a:solidFill>
                  <a:schemeClr val="bg1"/>
                </a:solidFill>
              </a:defRPr>
            </a:lvl1pPr>
          </a:lstStyle>
          <a:p>
            <a:r>
              <a:rPr lang="en-US"/>
              <a:t>Department of ECE,SVIT</a:t>
            </a:r>
            <a:endParaRPr lang="en-US" dirty="0"/>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1298448" y="1828800"/>
            <a:ext cx="3200400" cy="3200400"/>
          </a:xfrm>
          <a:prstGeom prst="ellipse">
            <a:avLst/>
          </a:prstGeom>
          <a:noFill/>
        </p:spPr>
        <p:txBody>
          <a:bodyPr anchor="ctr"/>
          <a:lstStyle>
            <a:lvl1pPr marL="0" indent="0" algn="ctr">
              <a:buNone/>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F036BAAC-D89F-682D-12A3-1C31F92F0FAF}"/>
              </a:ext>
            </a:extLst>
          </p:cNvPr>
          <p:cNvCxnSpPr>
            <a:cxnSpLocks/>
          </p:cNvCxnSpPr>
          <p:nvPr userDrawn="1"/>
        </p:nvCxnSpPr>
        <p:spPr>
          <a:xfrm>
            <a:off x="649224" y="2667000"/>
            <a:ext cx="0" cy="31242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F877625-E710-6DF2-3E49-374C6DD8DBC0}"/>
              </a:ext>
            </a:extLst>
          </p:cNvPr>
          <p:cNvCxnSpPr>
            <a:cxnSpLocks/>
          </p:cNvCxnSpPr>
          <p:nvPr userDrawn="1"/>
        </p:nvCxnSpPr>
        <p:spPr>
          <a:xfrm>
            <a:off x="5447344"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72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iton Header">
    <p:bg>
      <p:bgPr>
        <a:solidFill>
          <a:schemeClr val="accent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ED0AC02C-19A4-4754-CC96-34357DEFF55D}"/>
              </a:ext>
            </a:extLst>
          </p:cNvPr>
          <p:cNvSpPr>
            <a:spLocks noGrp="1"/>
          </p:cNvSpPr>
          <p:nvPr>
            <p:ph type="pic" sz="quarter" idx="10"/>
          </p:nvPr>
        </p:nvSpPr>
        <p:spPr>
          <a:xfrm>
            <a:off x="1527048" y="1481328"/>
            <a:ext cx="9144000" cy="3886200"/>
          </a:xfrm>
          <a:custGeom>
            <a:avLst/>
            <a:gdLst>
              <a:gd name="connsiteX0" fmla="*/ 6521576 w 9144000"/>
              <a:gd name="connsiteY0" fmla="*/ 2811867 h 3886200"/>
              <a:gd name="connsiteX1" fmla="*/ 6521576 w 9144000"/>
              <a:gd name="connsiteY1" fmla="*/ 2900169 h 3886200"/>
              <a:gd name="connsiteX2" fmla="*/ 6931151 w 9144000"/>
              <a:gd name="connsiteY2" fmla="*/ 2900169 h 3886200"/>
              <a:gd name="connsiteX3" fmla="*/ 6931151 w 9144000"/>
              <a:gd name="connsiteY3" fmla="*/ 2811867 h 3886200"/>
              <a:gd name="connsiteX4" fmla="*/ 0 w 9144000"/>
              <a:gd name="connsiteY4" fmla="*/ 0 h 3886200"/>
              <a:gd name="connsiteX5" fmla="*/ 9144000 w 9144000"/>
              <a:gd name="connsiteY5" fmla="*/ 0 h 3886200"/>
              <a:gd name="connsiteX6" fmla="*/ 9144000 w 9144000"/>
              <a:gd name="connsiteY6" fmla="*/ 3886200 h 3886200"/>
              <a:gd name="connsiteX7" fmla="*/ 0 w 9144000"/>
              <a:gd name="connsiteY7" fmla="*/ 3886200 h 388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3886200">
                <a:moveTo>
                  <a:pt x="6521576" y="2811867"/>
                </a:moveTo>
                <a:lnTo>
                  <a:pt x="6521576" y="2900169"/>
                </a:lnTo>
                <a:lnTo>
                  <a:pt x="6931151" y="2900169"/>
                </a:lnTo>
                <a:lnTo>
                  <a:pt x="6931151" y="2811867"/>
                </a:lnTo>
                <a:close/>
                <a:moveTo>
                  <a:pt x="0" y="0"/>
                </a:moveTo>
                <a:lnTo>
                  <a:pt x="9144000" y="0"/>
                </a:lnTo>
                <a:lnTo>
                  <a:pt x="9144000" y="3886200"/>
                </a:lnTo>
                <a:lnTo>
                  <a:pt x="0" y="38862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2040636" y="3200400"/>
            <a:ext cx="8110728" cy="457200"/>
          </a:xfrm>
        </p:spPr>
        <p:txBody>
          <a:bodyPr anchor="ctr"/>
          <a:lstStyle>
            <a:lvl1pPr algn="ctr">
              <a:defRPr sz="4800" spc="3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8046720" y="4745736"/>
            <a:ext cx="1389888" cy="1280160"/>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42E7004C-CFEF-6E88-A3C1-60FBC7F8CD13}"/>
              </a:ext>
            </a:extLst>
          </p:cNvPr>
          <p:cNvSpPr/>
          <p:nvPr userDrawn="1"/>
        </p:nvSpPr>
        <p:spPr>
          <a:xfrm>
            <a:off x="8048626" y="4293195"/>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3400319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17F99EA-AB5F-24F3-D971-2B9BDE3B4F3C}"/>
              </a:ext>
            </a:extLst>
          </p:cNvPr>
          <p:cNvSpPr txBox="1"/>
          <p:nvPr userDrawn="1"/>
        </p:nvSpPr>
        <p:spPr>
          <a:xfrm>
            <a:off x="641839" y="5547946"/>
            <a:ext cx="184731" cy="369332"/>
          </a:xfrm>
          <a:prstGeom prst="rect">
            <a:avLst/>
          </a:prstGeom>
          <a:noFill/>
        </p:spPr>
        <p:txBody>
          <a:bodyPr wrap="none" rtlCol="0">
            <a:spAutoFit/>
          </a:bodyPr>
          <a:lstStyle/>
          <a:p>
            <a:endParaRPr lang="en-US" sz="1800"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a:t>Department of ECE,SVIT</a:t>
            </a:r>
            <a:endParaRPr lang="en-US" dirty="0"/>
          </a:p>
        </p:txBody>
      </p:sp>
      <p:sp>
        <p:nvSpPr>
          <p:cNvPr id="5" name="Picture Placeholder 4">
            <a:extLst>
              <a:ext uri="{FF2B5EF4-FFF2-40B4-BE49-F238E27FC236}">
                <a16:creationId xmlns:a16="http://schemas.microsoft.com/office/drawing/2014/main" id="{B7811310-A21F-0BFB-8198-22EDFCF9F45B}"/>
              </a:ext>
            </a:extLst>
          </p:cNvPr>
          <p:cNvSpPr>
            <a:spLocks noGrp="1"/>
          </p:cNvSpPr>
          <p:nvPr>
            <p:ph type="pic" sz="quarter" idx="10"/>
          </p:nvPr>
        </p:nvSpPr>
        <p:spPr>
          <a:xfrm>
            <a:off x="5370576" y="658368"/>
            <a:ext cx="6821424" cy="3346704"/>
          </a:xfrm>
          <a:prstGeom prst="rect">
            <a:avLst/>
          </a:prstGeom>
        </p:spPr>
        <p:txBody>
          <a:bodyPr wrap="square">
            <a:noAutofit/>
          </a:bodyPr>
          <a:lstStyle/>
          <a:p>
            <a:r>
              <a:rPr lang="en-US"/>
              <a:t>Click icon to add picture</a:t>
            </a:r>
            <a:endParaRPr lang="en-US" dirty="0"/>
          </a:p>
        </p:txBody>
      </p:sp>
      <p:cxnSp>
        <p:nvCxnSpPr>
          <p:cNvPr id="7" name="Straight Connector 6">
            <a:extLst>
              <a:ext uri="{FF2B5EF4-FFF2-40B4-BE49-F238E27FC236}">
                <a16:creationId xmlns:a16="http://schemas.microsoft.com/office/drawing/2014/main" id="{A73D2EFC-F14F-5508-06EE-4E5B5C535E16}"/>
              </a:ext>
            </a:extLst>
          </p:cNvPr>
          <p:cNvCxnSpPr>
            <a:cxnSpLocks/>
          </p:cNvCxnSpPr>
          <p:nvPr userDrawn="1"/>
        </p:nvCxnSpPr>
        <p:spPr>
          <a:xfrm>
            <a:off x="1819101" y="554884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Subtitle 2">
            <a:extLst>
              <a:ext uri="{FF2B5EF4-FFF2-40B4-BE49-F238E27FC236}">
                <a16:creationId xmlns:a16="http://schemas.microsoft.com/office/drawing/2014/main" id="{28A6ACFB-D620-056D-1C62-903C5FBCEBCF}"/>
              </a:ext>
            </a:extLst>
          </p:cNvPr>
          <p:cNvSpPr>
            <a:spLocks noGrp="1"/>
          </p:cNvSpPr>
          <p:nvPr>
            <p:ph type="subTitle" idx="1"/>
          </p:nvPr>
        </p:nvSpPr>
        <p:spPr>
          <a:xfrm>
            <a:off x="1819656" y="5943600"/>
            <a:ext cx="4809744" cy="256032"/>
          </a:xfrm>
        </p:spPr>
        <p:txBody>
          <a:bodyPr/>
          <a:lstStyle>
            <a:lvl1pPr marL="0" indent="0" algn="l">
              <a:buNone/>
              <a:defRPr sz="2000" cap="all" spc="200"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819656" y="2459736"/>
            <a:ext cx="5157216" cy="2670048"/>
          </a:xfrm>
        </p:spPr>
        <p:txBody>
          <a:bodyPr anchor="b"/>
          <a:lstStyle>
            <a:lvl1pPr algn="l">
              <a:lnSpc>
                <a:spcPts val="5200"/>
              </a:lnSpc>
              <a:defRPr sz="3600" spc="0" baseline="0">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3406181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021824" cy="539496"/>
          </a:xfrm>
        </p:spPr>
        <p:txBody>
          <a:bodyPr/>
          <a:lstStyle>
            <a:lvl1pPr algn="ctr">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a:t>Department of ECE,SVIT</a:t>
            </a:r>
            <a:endParaRPr lang="en-US" dirty="0"/>
          </a:p>
        </p:txBody>
      </p:sp>
      <p:sp>
        <p:nvSpPr>
          <p:cNvPr id="5" name="Picture Placeholder 8">
            <a:extLst>
              <a:ext uri="{FF2B5EF4-FFF2-40B4-BE49-F238E27FC236}">
                <a16:creationId xmlns:a16="http://schemas.microsoft.com/office/drawing/2014/main" id="{6F01F221-54DA-6EF2-D9DE-2B9A7AB60B1C}"/>
              </a:ext>
            </a:extLst>
          </p:cNvPr>
          <p:cNvSpPr>
            <a:spLocks noGrp="1"/>
          </p:cNvSpPr>
          <p:nvPr>
            <p:ph type="pic" sz="quarter" idx="12"/>
          </p:nvPr>
        </p:nvSpPr>
        <p:spPr>
          <a:xfrm>
            <a:off x="1298448"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9BEECCD2-A0EF-0622-7377-A2BAE978656E}"/>
              </a:ext>
            </a:extLst>
          </p:cNvPr>
          <p:cNvSpPr>
            <a:spLocks noGrp="1"/>
          </p:cNvSpPr>
          <p:nvPr>
            <p:ph type="pic" sz="quarter" idx="13"/>
          </p:nvPr>
        </p:nvSpPr>
        <p:spPr>
          <a:xfrm>
            <a:off x="3886200"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DDD9A982-D940-ADB7-F949-B3898D1984E6}"/>
              </a:ext>
            </a:extLst>
          </p:cNvPr>
          <p:cNvSpPr>
            <a:spLocks noGrp="1"/>
          </p:cNvSpPr>
          <p:nvPr>
            <p:ph type="pic" sz="quarter" idx="14"/>
          </p:nvPr>
        </p:nvSpPr>
        <p:spPr>
          <a:xfrm>
            <a:off x="6473952"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92630AD-4FA0-C5D3-DC29-AE0E67CB6CAA}"/>
              </a:ext>
            </a:extLst>
          </p:cNvPr>
          <p:cNvSpPr>
            <a:spLocks noGrp="1"/>
          </p:cNvSpPr>
          <p:nvPr>
            <p:ph type="pic" sz="quarter" idx="15"/>
          </p:nvPr>
        </p:nvSpPr>
        <p:spPr>
          <a:xfrm>
            <a:off x="9034272"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6473952"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6473952"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9070848"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9070848"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cxnSp>
        <p:nvCxnSpPr>
          <p:cNvPr id="18" name="Straight Connector 17">
            <a:extLst>
              <a:ext uri="{FF2B5EF4-FFF2-40B4-BE49-F238E27FC236}">
                <a16:creationId xmlns:a16="http://schemas.microsoft.com/office/drawing/2014/main" id="{B6E73E07-0346-2BA8-44BC-6CB3BDEAAA99}"/>
              </a:ext>
            </a:extLst>
          </p:cNvPr>
          <p:cNvCxnSpPr>
            <a:cxnSpLocks/>
          </p:cNvCxnSpPr>
          <p:nvPr userDrawn="1"/>
        </p:nvCxnSpPr>
        <p:spPr>
          <a:xfrm>
            <a:off x="4592479"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E62977-27C7-5882-6A33-75257911D09A}"/>
              </a:ext>
            </a:extLst>
          </p:cNvPr>
          <p:cNvCxnSpPr>
            <a:cxnSpLocks/>
          </p:cNvCxnSpPr>
          <p:nvPr userDrawn="1"/>
        </p:nvCxnSpPr>
        <p:spPr>
          <a:xfrm>
            <a:off x="2004720"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705476C-2972-A423-7282-BABA9AAB32E6}"/>
              </a:ext>
            </a:extLst>
          </p:cNvPr>
          <p:cNvCxnSpPr>
            <a:cxnSpLocks/>
          </p:cNvCxnSpPr>
          <p:nvPr userDrawn="1"/>
        </p:nvCxnSpPr>
        <p:spPr>
          <a:xfrm>
            <a:off x="9737699"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E0D781B-3CB4-A523-427F-3D444B28E60E}"/>
              </a:ext>
            </a:extLst>
          </p:cNvPr>
          <p:cNvCxnSpPr>
            <a:cxnSpLocks/>
          </p:cNvCxnSpPr>
          <p:nvPr userDrawn="1"/>
        </p:nvCxnSpPr>
        <p:spPr>
          <a:xfrm>
            <a:off x="7183279"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048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332720" cy="539496"/>
          </a:xfrm>
        </p:spPr>
        <p:txBody>
          <a:bodyPr/>
          <a:lstStyle>
            <a:lvl1pPr algn="ctr">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a:t>Department of ECE,SVIT</a:t>
            </a:r>
            <a:endParaRPr lang="en-US" dirty="0"/>
          </a:p>
        </p:txBody>
      </p:sp>
      <p:sp>
        <p:nvSpPr>
          <p:cNvPr id="5" name="Picture Placeholder 8">
            <a:extLst>
              <a:ext uri="{FF2B5EF4-FFF2-40B4-BE49-F238E27FC236}">
                <a16:creationId xmlns:a16="http://schemas.microsoft.com/office/drawing/2014/main" id="{6F01F221-54DA-6EF2-D9DE-2B9A7AB60B1C}"/>
              </a:ext>
            </a:extLst>
          </p:cNvPr>
          <p:cNvSpPr>
            <a:spLocks noGrp="1"/>
          </p:cNvSpPr>
          <p:nvPr>
            <p:ph type="pic" sz="quarter" idx="12"/>
          </p:nvPr>
        </p:nvSpPr>
        <p:spPr>
          <a:xfrm>
            <a:off x="1636776"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9BEECCD2-A0EF-0622-7377-A2BAE978656E}"/>
              </a:ext>
            </a:extLst>
          </p:cNvPr>
          <p:cNvSpPr>
            <a:spLocks noGrp="1"/>
          </p:cNvSpPr>
          <p:nvPr>
            <p:ph type="pic" sz="quarter" idx="13"/>
          </p:nvPr>
        </p:nvSpPr>
        <p:spPr>
          <a:xfrm>
            <a:off x="4224528"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DDD9A982-D940-ADB7-F949-B3898D1984E6}"/>
              </a:ext>
            </a:extLst>
          </p:cNvPr>
          <p:cNvSpPr>
            <a:spLocks noGrp="1"/>
          </p:cNvSpPr>
          <p:nvPr>
            <p:ph type="pic" sz="quarter" idx="14"/>
          </p:nvPr>
        </p:nvSpPr>
        <p:spPr>
          <a:xfrm>
            <a:off x="6848856"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92630AD-4FA0-C5D3-DC29-AE0E67CB6CAA}"/>
              </a:ext>
            </a:extLst>
          </p:cNvPr>
          <p:cNvSpPr>
            <a:spLocks noGrp="1"/>
          </p:cNvSpPr>
          <p:nvPr>
            <p:ph type="pic" sz="quarter" idx="15"/>
          </p:nvPr>
        </p:nvSpPr>
        <p:spPr>
          <a:xfrm>
            <a:off x="9381744"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6510528"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6510528"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9034272"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9034272"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cxnSp>
        <p:nvCxnSpPr>
          <p:cNvPr id="17" name="Straight Connector 16">
            <a:extLst>
              <a:ext uri="{FF2B5EF4-FFF2-40B4-BE49-F238E27FC236}">
                <a16:creationId xmlns:a16="http://schemas.microsoft.com/office/drawing/2014/main" id="{BF42A71B-2F05-7F67-85C0-0C5AA947983D}"/>
              </a:ext>
            </a:extLst>
          </p:cNvPr>
          <p:cNvCxnSpPr>
            <a:cxnSpLocks/>
          </p:cNvCxnSpPr>
          <p:nvPr userDrawn="1"/>
        </p:nvCxnSpPr>
        <p:spPr>
          <a:xfrm>
            <a:off x="4684061"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C25395-CA95-6040-8ED6-C7D8A2E16C49}"/>
              </a:ext>
            </a:extLst>
          </p:cNvPr>
          <p:cNvCxnSpPr>
            <a:cxnSpLocks/>
          </p:cNvCxnSpPr>
          <p:nvPr userDrawn="1"/>
        </p:nvCxnSpPr>
        <p:spPr>
          <a:xfrm>
            <a:off x="2096160"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2F589B-649A-57C2-1D3E-79FDFF84BADB}"/>
              </a:ext>
            </a:extLst>
          </p:cNvPr>
          <p:cNvCxnSpPr>
            <a:cxnSpLocks/>
          </p:cNvCxnSpPr>
          <p:nvPr userDrawn="1"/>
        </p:nvCxnSpPr>
        <p:spPr>
          <a:xfrm>
            <a:off x="983798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F3728F-0FBF-5AD2-357E-FFCFFBF7687E}"/>
              </a:ext>
            </a:extLst>
          </p:cNvPr>
          <p:cNvCxnSpPr>
            <a:cxnSpLocks/>
          </p:cNvCxnSpPr>
          <p:nvPr userDrawn="1"/>
        </p:nvCxnSpPr>
        <p:spPr>
          <a:xfrm>
            <a:off x="730623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Picture Placeholder 8">
            <a:extLst>
              <a:ext uri="{FF2B5EF4-FFF2-40B4-BE49-F238E27FC236}">
                <a16:creationId xmlns:a16="http://schemas.microsoft.com/office/drawing/2014/main" id="{09A756E1-5275-58A9-7B09-95BEA4F4FACA}"/>
              </a:ext>
            </a:extLst>
          </p:cNvPr>
          <p:cNvSpPr>
            <a:spLocks noGrp="1"/>
          </p:cNvSpPr>
          <p:nvPr>
            <p:ph type="pic" sz="quarter" idx="24"/>
          </p:nvPr>
        </p:nvSpPr>
        <p:spPr>
          <a:xfrm>
            <a:off x="1636776"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2" name="Picture Placeholder 8">
            <a:extLst>
              <a:ext uri="{FF2B5EF4-FFF2-40B4-BE49-F238E27FC236}">
                <a16:creationId xmlns:a16="http://schemas.microsoft.com/office/drawing/2014/main" id="{A4DA2F88-85BF-29B8-6321-AF19B25A6261}"/>
              </a:ext>
            </a:extLst>
          </p:cNvPr>
          <p:cNvSpPr>
            <a:spLocks noGrp="1"/>
          </p:cNvSpPr>
          <p:nvPr>
            <p:ph type="pic" sz="quarter" idx="25"/>
          </p:nvPr>
        </p:nvSpPr>
        <p:spPr>
          <a:xfrm>
            <a:off x="4224528"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3" name="Picture Placeholder 8">
            <a:extLst>
              <a:ext uri="{FF2B5EF4-FFF2-40B4-BE49-F238E27FC236}">
                <a16:creationId xmlns:a16="http://schemas.microsoft.com/office/drawing/2014/main" id="{4636CEF4-05E9-F5BB-BD6F-6B081DBDCA9D}"/>
              </a:ext>
            </a:extLst>
          </p:cNvPr>
          <p:cNvSpPr>
            <a:spLocks noGrp="1"/>
          </p:cNvSpPr>
          <p:nvPr>
            <p:ph type="pic" sz="quarter" idx="26"/>
          </p:nvPr>
        </p:nvSpPr>
        <p:spPr>
          <a:xfrm>
            <a:off x="6848856"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4" name="Picture Placeholder 8">
            <a:extLst>
              <a:ext uri="{FF2B5EF4-FFF2-40B4-BE49-F238E27FC236}">
                <a16:creationId xmlns:a16="http://schemas.microsoft.com/office/drawing/2014/main" id="{67B57C06-A1D0-7C74-6A14-2BFF0B1FC172}"/>
              </a:ext>
            </a:extLst>
          </p:cNvPr>
          <p:cNvSpPr>
            <a:spLocks noGrp="1"/>
          </p:cNvSpPr>
          <p:nvPr>
            <p:ph type="pic" sz="quarter" idx="27"/>
          </p:nvPr>
        </p:nvSpPr>
        <p:spPr>
          <a:xfrm>
            <a:off x="9381744"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1298448"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1298448"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27" name="Text Placeholder 13">
            <a:extLst>
              <a:ext uri="{FF2B5EF4-FFF2-40B4-BE49-F238E27FC236}">
                <a16:creationId xmlns:a16="http://schemas.microsoft.com/office/drawing/2014/main" id="{697C28E5-6260-6DA9-B4F0-665506F52586}"/>
              </a:ext>
            </a:extLst>
          </p:cNvPr>
          <p:cNvSpPr>
            <a:spLocks noGrp="1"/>
          </p:cNvSpPr>
          <p:nvPr>
            <p:ph type="body" sz="quarter" idx="30"/>
          </p:nvPr>
        </p:nvSpPr>
        <p:spPr>
          <a:xfrm>
            <a:off x="3886200"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8" name="Text Placeholder 13">
            <a:extLst>
              <a:ext uri="{FF2B5EF4-FFF2-40B4-BE49-F238E27FC236}">
                <a16:creationId xmlns:a16="http://schemas.microsoft.com/office/drawing/2014/main" id="{A594A25E-7F2D-4188-16B7-C34485FDD2F8}"/>
              </a:ext>
            </a:extLst>
          </p:cNvPr>
          <p:cNvSpPr>
            <a:spLocks noGrp="1"/>
          </p:cNvSpPr>
          <p:nvPr>
            <p:ph type="body" sz="quarter" idx="31"/>
          </p:nvPr>
        </p:nvSpPr>
        <p:spPr>
          <a:xfrm>
            <a:off x="3886200"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29" name="Text Placeholder 13">
            <a:extLst>
              <a:ext uri="{FF2B5EF4-FFF2-40B4-BE49-F238E27FC236}">
                <a16:creationId xmlns:a16="http://schemas.microsoft.com/office/drawing/2014/main" id="{584B38BF-6197-486D-7134-F86E1754AF78}"/>
              </a:ext>
            </a:extLst>
          </p:cNvPr>
          <p:cNvSpPr>
            <a:spLocks noGrp="1"/>
          </p:cNvSpPr>
          <p:nvPr>
            <p:ph type="body" sz="quarter" idx="32"/>
          </p:nvPr>
        </p:nvSpPr>
        <p:spPr>
          <a:xfrm>
            <a:off x="6510528"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30" name="Text Placeholder 13">
            <a:extLst>
              <a:ext uri="{FF2B5EF4-FFF2-40B4-BE49-F238E27FC236}">
                <a16:creationId xmlns:a16="http://schemas.microsoft.com/office/drawing/2014/main" id="{D788F8D9-8CDB-C458-9AAD-0426AB467D2A}"/>
              </a:ext>
            </a:extLst>
          </p:cNvPr>
          <p:cNvSpPr>
            <a:spLocks noGrp="1"/>
          </p:cNvSpPr>
          <p:nvPr>
            <p:ph type="body" sz="quarter" idx="33"/>
          </p:nvPr>
        </p:nvSpPr>
        <p:spPr>
          <a:xfrm>
            <a:off x="6510528"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31" name="Text Placeholder 13">
            <a:extLst>
              <a:ext uri="{FF2B5EF4-FFF2-40B4-BE49-F238E27FC236}">
                <a16:creationId xmlns:a16="http://schemas.microsoft.com/office/drawing/2014/main" id="{78447882-2C86-B3A7-9450-29A0778E1B08}"/>
              </a:ext>
            </a:extLst>
          </p:cNvPr>
          <p:cNvSpPr>
            <a:spLocks noGrp="1"/>
          </p:cNvSpPr>
          <p:nvPr>
            <p:ph type="body" sz="quarter" idx="34"/>
          </p:nvPr>
        </p:nvSpPr>
        <p:spPr>
          <a:xfrm>
            <a:off x="9034272"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32" name="Text Placeholder 13">
            <a:extLst>
              <a:ext uri="{FF2B5EF4-FFF2-40B4-BE49-F238E27FC236}">
                <a16:creationId xmlns:a16="http://schemas.microsoft.com/office/drawing/2014/main" id="{E321AAE1-532A-23F0-9108-055D0D7BDFBA}"/>
              </a:ext>
            </a:extLst>
          </p:cNvPr>
          <p:cNvSpPr>
            <a:spLocks noGrp="1"/>
          </p:cNvSpPr>
          <p:nvPr>
            <p:ph type="body" sz="quarter" idx="35"/>
          </p:nvPr>
        </p:nvSpPr>
        <p:spPr>
          <a:xfrm>
            <a:off x="9034272"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cxnSp>
        <p:nvCxnSpPr>
          <p:cNvPr id="33" name="Straight Connector 32">
            <a:extLst>
              <a:ext uri="{FF2B5EF4-FFF2-40B4-BE49-F238E27FC236}">
                <a16:creationId xmlns:a16="http://schemas.microsoft.com/office/drawing/2014/main" id="{11BC4478-FBEA-422F-73BA-0A422F15D7EA}"/>
              </a:ext>
            </a:extLst>
          </p:cNvPr>
          <p:cNvCxnSpPr>
            <a:cxnSpLocks/>
          </p:cNvCxnSpPr>
          <p:nvPr userDrawn="1"/>
        </p:nvCxnSpPr>
        <p:spPr>
          <a:xfrm>
            <a:off x="4684061"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A9AA302-5107-FDE7-557C-3305A9A7DEC2}"/>
              </a:ext>
            </a:extLst>
          </p:cNvPr>
          <p:cNvCxnSpPr>
            <a:cxnSpLocks/>
          </p:cNvCxnSpPr>
          <p:nvPr userDrawn="1"/>
        </p:nvCxnSpPr>
        <p:spPr>
          <a:xfrm>
            <a:off x="2096160"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9C9F7A3-B120-C59A-E379-173F84B7D153}"/>
              </a:ext>
            </a:extLst>
          </p:cNvPr>
          <p:cNvCxnSpPr>
            <a:cxnSpLocks/>
          </p:cNvCxnSpPr>
          <p:nvPr userDrawn="1"/>
        </p:nvCxnSpPr>
        <p:spPr>
          <a:xfrm>
            <a:off x="983798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073A4E7-9D16-A6C0-E297-A36B10A2FABB}"/>
              </a:ext>
            </a:extLst>
          </p:cNvPr>
          <p:cNvCxnSpPr>
            <a:cxnSpLocks/>
          </p:cNvCxnSpPr>
          <p:nvPr userDrawn="1"/>
        </p:nvCxnSpPr>
        <p:spPr>
          <a:xfrm>
            <a:off x="730623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7771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7068A9B7-F56A-44B7-D61E-66289C79F1C3}"/>
              </a:ext>
            </a:extLst>
          </p:cNvPr>
          <p:cNvSpPr>
            <a:spLocks noGrp="1"/>
          </p:cNvSpPr>
          <p:nvPr>
            <p:ph type="pic" sz="quarter" idx="30"/>
          </p:nvPr>
        </p:nvSpPr>
        <p:spPr>
          <a:xfrm>
            <a:off x="0" y="5175504"/>
            <a:ext cx="12188952" cy="1682496"/>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85088" y="609600"/>
            <a:ext cx="10021824" cy="1252728"/>
          </a:xfrm>
        </p:spPr>
        <p:txBody>
          <a:bodyPr/>
          <a:lstStyle>
            <a:lvl1pPr algn="ctr">
              <a:lnSpc>
                <a:spcPts val="5760"/>
              </a:lnSpc>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lvl1pPr>
              <a:defRPr>
                <a:solidFill>
                  <a:schemeClr val="bg1"/>
                </a:solidFill>
              </a:defRPr>
            </a:lvl1p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a:t>Department of ECE,SVIT</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383280"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383280"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5468112"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5468112"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7552944"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7552944"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cxnSp>
        <p:nvCxnSpPr>
          <p:cNvPr id="17" name="Straight Connector 16">
            <a:extLst>
              <a:ext uri="{FF2B5EF4-FFF2-40B4-BE49-F238E27FC236}">
                <a16:creationId xmlns:a16="http://schemas.microsoft.com/office/drawing/2014/main" id="{BF42A71B-2F05-7F67-85C0-0C5AA947983D}"/>
              </a:ext>
            </a:extLst>
          </p:cNvPr>
          <p:cNvCxnSpPr>
            <a:cxnSpLocks/>
          </p:cNvCxnSpPr>
          <p:nvPr userDrawn="1"/>
        </p:nvCxnSpPr>
        <p:spPr>
          <a:xfrm>
            <a:off x="3383280"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C25395-CA95-6040-8ED6-C7D8A2E16C49}"/>
              </a:ext>
            </a:extLst>
          </p:cNvPr>
          <p:cNvCxnSpPr>
            <a:cxnSpLocks/>
          </p:cNvCxnSpPr>
          <p:nvPr userDrawn="1"/>
        </p:nvCxnSpPr>
        <p:spPr>
          <a:xfrm>
            <a:off x="9637776"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2F589B-649A-57C2-1D3E-79FDFF84BADB}"/>
              </a:ext>
            </a:extLst>
          </p:cNvPr>
          <p:cNvCxnSpPr>
            <a:cxnSpLocks/>
          </p:cNvCxnSpPr>
          <p:nvPr userDrawn="1"/>
        </p:nvCxnSpPr>
        <p:spPr>
          <a:xfrm>
            <a:off x="7552944"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F3728F-0FBF-5AD2-357E-FFCFFBF7687E}"/>
              </a:ext>
            </a:extLst>
          </p:cNvPr>
          <p:cNvCxnSpPr>
            <a:cxnSpLocks/>
          </p:cNvCxnSpPr>
          <p:nvPr userDrawn="1"/>
        </p:nvCxnSpPr>
        <p:spPr>
          <a:xfrm>
            <a:off x="5468112"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9637776"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9637776"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cxnSp>
        <p:nvCxnSpPr>
          <p:cNvPr id="34" name="Straight Connector 33">
            <a:extLst>
              <a:ext uri="{FF2B5EF4-FFF2-40B4-BE49-F238E27FC236}">
                <a16:creationId xmlns:a16="http://schemas.microsoft.com/office/drawing/2014/main" id="{7A9AA302-5107-FDE7-557C-3305A9A7DEC2}"/>
              </a:ext>
            </a:extLst>
          </p:cNvPr>
          <p:cNvCxnSpPr>
            <a:cxnSpLocks/>
          </p:cNvCxnSpPr>
          <p:nvPr userDrawn="1"/>
        </p:nvCxnSpPr>
        <p:spPr>
          <a:xfrm>
            <a:off x="1298448"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41061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7068A9B7-F56A-44B7-D61E-66289C79F1C3}"/>
              </a:ext>
            </a:extLst>
          </p:cNvPr>
          <p:cNvSpPr>
            <a:spLocks noGrp="1"/>
          </p:cNvSpPr>
          <p:nvPr>
            <p:ph type="pic" sz="quarter" idx="30"/>
          </p:nvPr>
        </p:nvSpPr>
        <p:spPr>
          <a:xfrm>
            <a:off x="0" y="0"/>
            <a:ext cx="12188952" cy="1682496"/>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298448" y="5221224"/>
            <a:ext cx="3621024" cy="621792"/>
          </a:xfrm>
        </p:spPr>
        <p:txBody>
          <a:bodyPr/>
          <a:lstStyle>
            <a:lvl1pPr algn="l">
              <a:lnSpc>
                <a:spcPts val="5760"/>
              </a:lnSpc>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lvl1pPr>
              <a:defRPr>
                <a:solidFill>
                  <a:schemeClr val="accent1"/>
                </a:solidFill>
              </a:defRPr>
            </a:lvl1p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a:t>Department of ECE,SVIT</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300984"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5312664"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7315200"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9321800"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73769F54-E10C-40C4-5EFF-E8A9CA520AEC}"/>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6E7B1EF-9D07-1E66-7467-93C9AE48BD85}"/>
              </a:ext>
            </a:extLst>
          </p:cNvPr>
          <p:cNvCxnSpPr>
            <a:cxnSpLocks/>
          </p:cNvCxnSpPr>
          <p:nvPr userDrawn="1"/>
        </p:nvCxnSpPr>
        <p:spPr>
          <a:xfrm flipH="1">
            <a:off x="1219200" y="2871216"/>
            <a:ext cx="9595104" cy="0"/>
          </a:xfrm>
          <a:prstGeom prst="line">
            <a:avLst/>
          </a:prstGeom>
          <a:ln w="12700"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cxn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300984"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5312664"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7315200"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9321800"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8" name="Text Placeholder 7">
            <a:extLst>
              <a:ext uri="{FF2B5EF4-FFF2-40B4-BE49-F238E27FC236}">
                <a16:creationId xmlns:a16="http://schemas.microsoft.com/office/drawing/2014/main" id="{75476138-49FF-70BE-6359-0A511EFB243F}"/>
              </a:ext>
            </a:extLst>
          </p:cNvPr>
          <p:cNvSpPr>
            <a:spLocks noGrp="1"/>
          </p:cNvSpPr>
          <p:nvPr>
            <p:ph type="body" sz="quarter" idx="31" hasCustomPrompt="1"/>
          </p:nvPr>
        </p:nvSpPr>
        <p:spPr>
          <a:xfrm>
            <a:off x="3300984"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2" name="Text Placeholder 7">
            <a:extLst>
              <a:ext uri="{FF2B5EF4-FFF2-40B4-BE49-F238E27FC236}">
                <a16:creationId xmlns:a16="http://schemas.microsoft.com/office/drawing/2014/main" id="{46EFC43B-3F8D-6957-F343-F3D9C3E7A716}"/>
              </a:ext>
            </a:extLst>
          </p:cNvPr>
          <p:cNvSpPr>
            <a:spLocks noGrp="1"/>
          </p:cNvSpPr>
          <p:nvPr>
            <p:ph type="body" sz="quarter" idx="32" hasCustomPrompt="1"/>
          </p:nvPr>
        </p:nvSpPr>
        <p:spPr>
          <a:xfrm>
            <a:off x="1298448"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3" name="Text Placeholder 7">
            <a:extLst>
              <a:ext uri="{FF2B5EF4-FFF2-40B4-BE49-F238E27FC236}">
                <a16:creationId xmlns:a16="http://schemas.microsoft.com/office/drawing/2014/main" id="{D6007DD2-0F2E-6F92-8457-FC670750ED38}"/>
              </a:ext>
            </a:extLst>
          </p:cNvPr>
          <p:cNvSpPr>
            <a:spLocks noGrp="1"/>
          </p:cNvSpPr>
          <p:nvPr>
            <p:ph type="body" sz="quarter" idx="33" hasCustomPrompt="1"/>
          </p:nvPr>
        </p:nvSpPr>
        <p:spPr>
          <a:xfrm>
            <a:off x="5312664"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4" name="Text Placeholder 7">
            <a:extLst>
              <a:ext uri="{FF2B5EF4-FFF2-40B4-BE49-F238E27FC236}">
                <a16:creationId xmlns:a16="http://schemas.microsoft.com/office/drawing/2014/main" id="{06C5667F-C463-51B6-B8D6-F757BDB8AFCC}"/>
              </a:ext>
            </a:extLst>
          </p:cNvPr>
          <p:cNvSpPr>
            <a:spLocks noGrp="1"/>
          </p:cNvSpPr>
          <p:nvPr>
            <p:ph type="body" sz="quarter" idx="34" hasCustomPrompt="1"/>
          </p:nvPr>
        </p:nvSpPr>
        <p:spPr>
          <a:xfrm>
            <a:off x="7315200"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7" name="Text Placeholder 7">
            <a:extLst>
              <a:ext uri="{FF2B5EF4-FFF2-40B4-BE49-F238E27FC236}">
                <a16:creationId xmlns:a16="http://schemas.microsoft.com/office/drawing/2014/main" id="{0FF09CBB-BD48-E8E5-EECF-B6CBC36B236C}"/>
              </a:ext>
            </a:extLst>
          </p:cNvPr>
          <p:cNvSpPr>
            <a:spLocks noGrp="1"/>
          </p:cNvSpPr>
          <p:nvPr>
            <p:ph type="body" sz="quarter" idx="35" hasCustomPrompt="1"/>
          </p:nvPr>
        </p:nvSpPr>
        <p:spPr>
          <a:xfrm>
            <a:off x="9321800"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Tree>
    <p:extLst>
      <p:ext uri="{BB962C8B-B14F-4D97-AF65-F5344CB8AC3E}">
        <p14:creationId xmlns:p14="http://schemas.microsoft.com/office/powerpoint/2010/main" val="2333783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1A881D2A-2C75-8B2A-DA41-F42ABBA59AA9}"/>
              </a:ext>
            </a:extLst>
          </p:cNvPr>
          <p:cNvSpPr>
            <a:spLocks noGrp="1"/>
          </p:cNvSpPr>
          <p:nvPr>
            <p:ph type="pic" sz="quarter" idx="13"/>
          </p:nvPr>
        </p:nvSpPr>
        <p:spPr>
          <a:xfrm>
            <a:off x="0" y="0"/>
            <a:ext cx="6656832" cy="6858000"/>
          </a:xfrm>
          <a:custGeom>
            <a:avLst/>
            <a:gdLst>
              <a:gd name="connsiteX0" fmla="*/ 1295400 w 6656832"/>
              <a:gd name="connsiteY0" fmla="*/ 1492377 h 6858000"/>
              <a:gd name="connsiteX1" fmla="*/ 1295400 w 6656832"/>
              <a:gd name="connsiteY1" fmla="*/ 1580679 h 6858000"/>
              <a:gd name="connsiteX2" fmla="*/ 1704975 w 6656832"/>
              <a:gd name="connsiteY2" fmla="*/ 1580679 h 6858000"/>
              <a:gd name="connsiteX3" fmla="*/ 1704975 w 6656832"/>
              <a:gd name="connsiteY3" fmla="*/ 1492377 h 6858000"/>
              <a:gd name="connsiteX4" fmla="*/ 0 w 6656832"/>
              <a:gd name="connsiteY4" fmla="*/ 0 h 6858000"/>
              <a:gd name="connsiteX5" fmla="*/ 6656832 w 6656832"/>
              <a:gd name="connsiteY5" fmla="*/ 0 h 6858000"/>
              <a:gd name="connsiteX6" fmla="*/ 6656832 w 6656832"/>
              <a:gd name="connsiteY6" fmla="*/ 6858000 h 6858000"/>
              <a:gd name="connsiteX7" fmla="*/ 0 w 665683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56832" h="6858000">
                <a:moveTo>
                  <a:pt x="1295400" y="1492377"/>
                </a:moveTo>
                <a:lnTo>
                  <a:pt x="1295400" y="1580679"/>
                </a:lnTo>
                <a:lnTo>
                  <a:pt x="1704975" y="1580679"/>
                </a:lnTo>
                <a:lnTo>
                  <a:pt x="1704975" y="1492377"/>
                </a:lnTo>
                <a:close/>
                <a:moveTo>
                  <a:pt x="0" y="0"/>
                </a:moveTo>
                <a:lnTo>
                  <a:pt x="6656832" y="0"/>
                </a:lnTo>
                <a:lnTo>
                  <a:pt x="6656832" y="6858000"/>
                </a:lnTo>
                <a:lnTo>
                  <a:pt x="0" y="68580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298448" y="609600"/>
            <a:ext cx="6656832" cy="530352"/>
          </a:xfrm>
        </p:spPr>
        <p:txBody>
          <a:bodyPr anchor="t" anchorCtr="0"/>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CCA7A15A-B484-E46E-FF4D-179F31F1777F}"/>
              </a:ext>
            </a:extLst>
          </p:cNvPr>
          <p:cNvSpPr>
            <a:spLocks noGrp="1"/>
          </p:cNvSpPr>
          <p:nvPr>
            <p:ph type="body" idx="1"/>
          </p:nvPr>
        </p:nvSpPr>
        <p:spPr>
          <a:xfrm>
            <a:off x="1298448"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anchor="t">
            <a:noAutofit/>
          </a:bodyPr>
          <a:lstStyle>
            <a:lvl1pPr marL="0" indent="0">
              <a:lnSpc>
                <a:spcPts val="240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618488" y="3630168"/>
            <a:ext cx="3886200" cy="2514600"/>
          </a:xfrm>
        </p:spPr>
        <p:txBody>
          <a:bodyPr/>
          <a:lstStyle>
            <a:lvl1pPr marL="0" indent="0">
              <a:buNone/>
              <a:defRPr sz="1400"/>
            </a:lvl1pPr>
            <a:lvl2pPr marL="228600">
              <a:defRPr sz="1400"/>
            </a:lvl2pPr>
            <a:lvl3pPr marL="457200">
              <a:defRPr sz="1400"/>
            </a:lvl3pPr>
            <a:lvl4pPr marL="685800">
              <a:defRPr sz="1400"/>
            </a:lvl4pPr>
            <a:lvl5pPr marL="11430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a:extLst>
              <a:ext uri="{FF2B5EF4-FFF2-40B4-BE49-F238E27FC236}">
                <a16:creationId xmlns:a16="http://schemas.microsoft.com/office/drawing/2014/main" id="{A123542D-139D-45CC-7853-FE3702B4BB1E}"/>
              </a:ext>
            </a:extLst>
          </p:cNvPr>
          <p:cNvSpPr>
            <a:spLocks noGrp="1"/>
          </p:cNvSpPr>
          <p:nvPr>
            <p:ph type="body" sz="quarter" idx="3"/>
          </p:nvPr>
        </p:nvSpPr>
        <p:spPr>
          <a:xfrm>
            <a:off x="6705600"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anchor="t" anchorCtr="0">
            <a:noAutofit/>
          </a:bodyPr>
          <a:lstStyle>
            <a:lvl1pPr marL="0" indent="0">
              <a:lnSpc>
                <a:spcPts val="240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7013448" y="3630168"/>
            <a:ext cx="3886200" cy="2514600"/>
          </a:xfrm>
        </p:spPr>
        <p:txBody>
          <a:bodyPr/>
          <a:lstStyle>
            <a:lvl1pPr marL="0" indent="0">
              <a:buNone/>
              <a:defRPr sz="1400"/>
            </a:lvl1pPr>
            <a:lvl2pPr marL="228600">
              <a:defRPr sz="1400"/>
            </a:lvl2pPr>
            <a:lvl3pPr marL="457200">
              <a:defRPr sz="1400"/>
            </a:lvl3pPr>
            <a:lvl4pPr marL="685800">
              <a:defRPr sz="1400"/>
            </a:lvl4pPr>
            <a:lvl5pPr marL="11430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2" name="Footer Placeholder 11">
            <a:extLst>
              <a:ext uri="{FF2B5EF4-FFF2-40B4-BE49-F238E27FC236}">
                <a16:creationId xmlns:a16="http://schemas.microsoft.com/office/drawing/2014/main" id="{971F094C-919A-3E78-DE58-27C2B997C940}"/>
              </a:ext>
            </a:extLst>
          </p:cNvPr>
          <p:cNvSpPr>
            <a:spLocks noGrp="1"/>
          </p:cNvSpPr>
          <p:nvPr>
            <p:ph type="ftr" sz="quarter" idx="12"/>
          </p:nvPr>
        </p:nvSpPr>
        <p:spPr/>
        <p:txBody>
          <a:bodyPr/>
          <a:lstStyle/>
          <a:p>
            <a:r>
              <a:rPr lang="en-US"/>
              <a:t>Department of ECE,SVIT</a:t>
            </a:r>
            <a:endParaRPr lang="en-US" dirty="0"/>
          </a:p>
        </p:txBody>
      </p:sp>
      <p:sp>
        <p:nvSpPr>
          <p:cNvPr id="17" name="Rectangle 16">
            <a:extLst>
              <a:ext uri="{FF2B5EF4-FFF2-40B4-BE49-F238E27FC236}">
                <a16:creationId xmlns:a16="http://schemas.microsoft.com/office/drawing/2014/main" id="{D5896335-CC4F-4D72-23F0-F7FBFA640021}"/>
              </a:ext>
            </a:extLst>
          </p:cNvPr>
          <p:cNvSpPr/>
          <p:nvPr userDrawn="1"/>
        </p:nvSpPr>
        <p:spPr>
          <a:xfrm>
            <a:off x="1295402" y="1492377"/>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40624600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zon x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EF4E7-F4EF-FFCD-9B0C-961E519F6DDD}"/>
              </a:ext>
            </a:extLst>
          </p:cNvPr>
          <p:cNvSpPr/>
          <p:nvPr userDrawn="1"/>
        </p:nvSpPr>
        <p:spPr>
          <a:xfrm>
            <a:off x="5791200" y="0"/>
            <a:ext cx="6400800" cy="685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298448" y="4014216"/>
            <a:ext cx="4160520" cy="1828800"/>
          </a:xfrm>
        </p:spPr>
        <p:txBody>
          <a:bodyPr anchor="b" anchorCtr="0"/>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CCA7A15A-B484-E46E-FF4D-179F31F1777F}"/>
              </a:ext>
            </a:extLst>
          </p:cNvPr>
          <p:cNvSpPr>
            <a:spLocks noGrp="1"/>
          </p:cNvSpPr>
          <p:nvPr>
            <p:ph type="body" idx="1"/>
          </p:nvPr>
        </p:nvSpPr>
        <p:spPr>
          <a:xfrm>
            <a:off x="7498080" y="621792"/>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7498080" y="1069848"/>
            <a:ext cx="3886200" cy="1527048"/>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a:extLst>
              <a:ext uri="{FF2B5EF4-FFF2-40B4-BE49-F238E27FC236}">
                <a16:creationId xmlns:a16="http://schemas.microsoft.com/office/drawing/2014/main" id="{A123542D-139D-45CC-7853-FE3702B4BB1E}"/>
              </a:ext>
            </a:extLst>
          </p:cNvPr>
          <p:cNvSpPr>
            <a:spLocks noGrp="1"/>
          </p:cNvSpPr>
          <p:nvPr>
            <p:ph type="body" sz="quarter" idx="3"/>
          </p:nvPr>
        </p:nvSpPr>
        <p:spPr>
          <a:xfrm>
            <a:off x="7498080" y="3172968"/>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chorCtr="0">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7498080" y="3621024"/>
            <a:ext cx="3886200" cy="1179576"/>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2" name="Footer Placeholder 11">
            <a:extLst>
              <a:ext uri="{FF2B5EF4-FFF2-40B4-BE49-F238E27FC236}">
                <a16:creationId xmlns:a16="http://schemas.microsoft.com/office/drawing/2014/main" id="{971F094C-919A-3E78-DE58-27C2B997C940}"/>
              </a:ext>
            </a:extLst>
          </p:cNvPr>
          <p:cNvSpPr>
            <a:spLocks noGrp="1"/>
          </p:cNvSpPr>
          <p:nvPr>
            <p:ph type="ftr" sz="quarter" idx="12"/>
          </p:nvPr>
        </p:nvSpPr>
        <p:spPr/>
        <p:txBody>
          <a:bodyPr/>
          <a:lstStyle/>
          <a:p>
            <a:r>
              <a:rPr lang="en-US"/>
              <a:t>Department of ECE,SVIT</a:t>
            </a:r>
            <a:endParaRPr lang="en-US" dirty="0"/>
          </a:p>
        </p:txBody>
      </p:sp>
      <p:sp>
        <p:nvSpPr>
          <p:cNvPr id="5" name="Picture Placeholder 6">
            <a:extLst>
              <a:ext uri="{FF2B5EF4-FFF2-40B4-BE49-F238E27FC236}">
                <a16:creationId xmlns:a16="http://schemas.microsoft.com/office/drawing/2014/main" id="{AD6DBECB-0E53-C186-A485-96A8FC1252C7}"/>
              </a:ext>
            </a:extLst>
          </p:cNvPr>
          <p:cNvSpPr>
            <a:spLocks noGrp="1"/>
          </p:cNvSpPr>
          <p:nvPr>
            <p:ph type="pic" sz="quarter" idx="14"/>
          </p:nvPr>
        </p:nvSpPr>
        <p:spPr>
          <a:xfrm>
            <a:off x="1298448" y="612648"/>
            <a:ext cx="3200400" cy="3200400"/>
          </a:xfrm>
          <a:prstGeom prst="ellipse">
            <a:avLst/>
          </a:prstGeom>
          <a:noFill/>
        </p:spPr>
        <p:txBody>
          <a:bodyPr anchor="ctr"/>
          <a:lstStyle>
            <a:lvl1pPr marL="0" indent="0" algn="ctr">
              <a:buNone/>
              <a:defRPr/>
            </a:lvl1pPr>
          </a:lstStyle>
          <a:p>
            <a:r>
              <a:rPr lang="en-US"/>
              <a:t>Click icon to add picture</a:t>
            </a:r>
            <a:endParaRPr lang="en-US" dirty="0"/>
          </a:p>
        </p:txBody>
      </p:sp>
      <p:sp>
        <p:nvSpPr>
          <p:cNvPr id="7" name="Text Placeholder 20">
            <a:extLst>
              <a:ext uri="{FF2B5EF4-FFF2-40B4-BE49-F238E27FC236}">
                <a16:creationId xmlns:a16="http://schemas.microsoft.com/office/drawing/2014/main" id="{F0B28D44-29B3-3396-973D-82E361161253}"/>
              </a:ext>
            </a:extLst>
          </p:cNvPr>
          <p:cNvSpPr>
            <a:spLocks noGrp="1"/>
          </p:cNvSpPr>
          <p:nvPr>
            <p:ph type="body" sz="quarter" idx="15"/>
          </p:nvPr>
        </p:nvSpPr>
        <p:spPr>
          <a:xfrm>
            <a:off x="7498080" y="5129784"/>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chorCtr="0">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5">
            <a:extLst>
              <a:ext uri="{FF2B5EF4-FFF2-40B4-BE49-F238E27FC236}">
                <a16:creationId xmlns:a16="http://schemas.microsoft.com/office/drawing/2014/main" id="{C06156AC-1153-3958-CFE6-6CDCC21C38A9}"/>
              </a:ext>
            </a:extLst>
          </p:cNvPr>
          <p:cNvSpPr>
            <a:spLocks noGrp="1"/>
          </p:cNvSpPr>
          <p:nvPr>
            <p:ph sz="quarter" idx="16"/>
          </p:nvPr>
        </p:nvSpPr>
        <p:spPr>
          <a:xfrm>
            <a:off x="7498080" y="5568696"/>
            <a:ext cx="3886200" cy="905256"/>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A4CE90CA-176B-1E45-FECF-0290B1DCF55C}"/>
              </a:ext>
            </a:extLst>
          </p:cNvPr>
          <p:cNvSpPr>
            <a:spLocks noGrp="1"/>
          </p:cNvSpPr>
          <p:nvPr>
            <p:ph type="pic" sz="quarter" idx="17"/>
          </p:nvPr>
        </p:nvSpPr>
        <p:spPr>
          <a:xfrm>
            <a:off x="6245352" y="704088"/>
            <a:ext cx="914400" cy="914400"/>
          </a:xfrm>
        </p:spPr>
        <p:txBody>
          <a:bodyPr anchor="ctr"/>
          <a:lstStyle>
            <a:lvl1pPr marL="0" indent="0" algn="ctr">
              <a:buNone/>
              <a:defRPr sz="900"/>
            </a:lvl1pPr>
          </a:lstStyle>
          <a:p>
            <a:r>
              <a:rPr lang="en-US"/>
              <a:t>Click icon to add picture</a:t>
            </a:r>
            <a:endParaRPr lang="en-US" dirty="0"/>
          </a:p>
        </p:txBody>
      </p:sp>
      <p:sp>
        <p:nvSpPr>
          <p:cNvPr id="13" name="Picture Placeholder 10">
            <a:extLst>
              <a:ext uri="{FF2B5EF4-FFF2-40B4-BE49-F238E27FC236}">
                <a16:creationId xmlns:a16="http://schemas.microsoft.com/office/drawing/2014/main" id="{365BC287-99EE-D6FA-48B9-1E6FFE9357EA}"/>
              </a:ext>
            </a:extLst>
          </p:cNvPr>
          <p:cNvSpPr>
            <a:spLocks noGrp="1"/>
          </p:cNvSpPr>
          <p:nvPr>
            <p:ph type="pic" sz="quarter" idx="18"/>
          </p:nvPr>
        </p:nvSpPr>
        <p:spPr>
          <a:xfrm>
            <a:off x="6245352" y="3273552"/>
            <a:ext cx="914400" cy="914400"/>
          </a:xfrm>
        </p:spPr>
        <p:txBody>
          <a:bodyPr anchor="ctr"/>
          <a:lstStyle>
            <a:lvl1pPr marL="0" indent="0" algn="ctr">
              <a:buNone/>
              <a:defRPr sz="900"/>
            </a:lvl1pPr>
          </a:lstStyle>
          <a:p>
            <a:r>
              <a:rPr lang="en-US"/>
              <a:t>Click icon to add picture</a:t>
            </a:r>
            <a:endParaRPr lang="en-US" dirty="0"/>
          </a:p>
        </p:txBody>
      </p:sp>
      <p:sp>
        <p:nvSpPr>
          <p:cNvPr id="14" name="Picture Placeholder 10">
            <a:extLst>
              <a:ext uri="{FF2B5EF4-FFF2-40B4-BE49-F238E27FC236}">
                <a16:creationId xmlns:a16="http://schemas.microsoft.com/office/drawing/2014/main" id="{ECE7A377-A1E6-77DF-79F9-F251BD757741}"/>
              </a:ext>
            </a:extLst>
          </p:cNvPr>
          <p:cNvSpPr>
            <a:spLocks noGrp="1"/>
          </p:cNvSpPr>
          <p:nvPr>
            <p:ph type="pic" sz="quarter" idx="19"/>
          </p:nvPr>
        </p:nvSpPr>
        <p:spPr>
          <a:xfrm>
            <a:off x="6245352" y="5166360"/>
            <a:ext cx="914400" cy="914400"/>
          </a:xfrm>
        </p:spPr>
        <p:txBody>
          <a:bodyPr anchor="ctr"/>
          <a:lstStyle>
            <a:lvl1pPr marL="0" indent="0" algn="ctr">
              <a:buNone/>
              <a:defRPr sz="900"/>
            </a:lvl1p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52D976B1-BEF2-CB69-E97E-A6DAD1F04689}"/>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31164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358819-7D9B-11CB-DBC5-CC8BC5C076D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B2EB2EEB-FE70-98B2-9437-0E1E91F929E8}"/>
              </a:ext>
            </a:extLst>
          </p:cNvPr>
          <p:cNvSpPr>
            <a:spLocks noGrp="1"/>
          </p:cNvSpPr>
          <p:nvPr>
            <p:ph type="ftr" sz="quarter" idx="11"/>
          </p:nvPr>
        </p:nvSpPr>
        <p:spPr/>
        <p:txBody>
          <a:bodyPr/>
          <a:lstStyle/>
          <a:p>
            <a:r>
              <a:rPr lang="en-US"/>
              <a:t>Department of ECE,SVIT</a:t>
            </a:r>
            <a:endParaRPr lang="en-US" dirty="0"/>
          </a:p>
        </p:txBody>
      </p:sp>
      <p:cxnSp>
        <p:nvCxnSpPr>
          <p:cNvPr id="5" name="Straight Connector 4">
            <a:extLst>
              <a:ext uri="{FF2B5EF4-FFF2-40B4-BE49-F238E27FC236}">
                <a16:creationId xmlns:a16="http://schemas.microsoft.com/office/drawing/2014/main" id="{DFAA902D-BDC9-E5AF-D40D-7B8DE616EBE0}"/>
              </a:ext>
            </a:extLst>
          </p:cNvPr>
          <p:cNvCxnSpPr>
            <a:cxnSpLocks/>
          </p:cNvCxnSpPr>
          <p:nvPr userDrawn="1"/>
        </p:nvCxnSpPr>
        <p:spPr>
          <a:xfrm>
            <a:off x="5890260" y="153619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92A4017E-4CAA-8499-38AE-3A3306A7EB26}"/>
              </a:ext>
            </a:extLst>
          </p:cNvPr>
          <p:cNvSpPr>
            <a:spLocks noGrp="1"/>
          </p:cNvSpPr>
          <p:nvPr>
            <p:ph type="body" sz="quarter" idx="12"/>
          </p:nvPr>
        </p:nvSpPr>
        <p:spPr>
          <a:xfrm>
            <a:off x="2834640" y="2057400"/>
            <a:ext cx="6519672" cy="2971800"/>
          </a:xfrm>
          <a:solidFill>
            <a:schemeClr val="accent4"/>
          </a:solidFill>
        </p:spPr>
        <p:txBody>
          <a:bodyPr lIns="576072" tIns="228600" rIns="576072" bIns="228600" anchor="ctr"/>
          <a:lstStyle>
            <a:lvl1pPr marL="0" indent="0" algn="ctr">
              <a:lnSpc>
                <a:spcPts val="2460"/>
              </a:lnSpc>
              <a:buNone/>
              <a:defRPr sz="2000"/>
            </a:lvl1pPr>
          </a:lstStyle>
          <a:p>
            <a:pPr lvl="0"/>
            <a:r>
              <a:rPr lang="en-US"/>
              <a:t>Click to edit Master text styles</a:t>
            </a:r>
          </a:p>
        </p:txBody>
      </p:sp>
      <p:sp>
        <p:nvSpPr>
          <p:cNvPr id="11" name="Picture Placeholder 10">
            <a:extLst>
              <a:ext uri="{FF2B5EF4-FFF2-40B4-BE49-F238E27FC236}">
                <a16:creationId xmlns:a16="http://schemas.microsoft.com/office/drawing/2014/main" id="{E9103CB5-F9EF-D6DA-A5D4-DCCAEBEBE615}"/>
              </a:ext>
            </a:extLst>
          </p:cNvPr>
          <p:cNvSpPr>
            <a:spLocks noGrp="1"/>
          </p:cNvSpPr>
          <p:nvPr>
            <p:ph type="pic" sz="quarter" idx="13"/>
          </p:nvPr>
        </p:nvSpPr>
        <p:spPr>
          <a:xfrm>
            <a:off x="2871216" y="5330952"/>
            <a:ext cx="6519672" cy="1527048"/>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E217F00C-8F19-CB9F-D5BF-9A5F4C77E256}"/>
              </a:ext>
            </a:extLst>
          </p:cNvPr>
          <p:cNvSpPr>
            <a:spLocks noGrp="1"/>
          </p:cNvSpPr>
          <p:nvPr>
            <p:ph type="title"/>
          </p:nvPr>
        </p:nvSpPr>
        <p:spPr>
          <a:xfrm>
            <a:off x="4116324" y="609600"/>
            <a:ext cx="3959352" cy="530352"/>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466626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0CC40F-F9EC-4D93-8C10-8964295AD1E3}" type="datetime1">
              <a:rPr lang="en-US" smtClean="0"/>
              <a:t>12/23/2024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ECE,SVIT</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DF2D63-3FF5-D547-96B9-BE9CCD1ABA58}" type="slidenum">
              <a:rPr lang="en-US" smtClean="0"/>
              <a:pPr/>
              <a:t>‹#›</a:t>
            </a:fld>
            <a:endParaRPr lang="en-US" dirty="0"/>
          </a:p>
        </p:txBody>
      </p:sp>
      <p:cxnSp>
        <p:nvCxnSpPr>
          <p:cNvPr id="7" name="Straight Connector 6">
            <a:extLst>
              <a:ext uri="{FF2B5EF4-FFF2-40B4-BE49-F238E27FC236}">
                <a16:creationId xmlns:a16="http://schemas.microsoft.com/office/drawing/2014/main" id="{36FE3E2F-17BF-2FF3-57DB-5B50D1253156}"/>
              </a:ext>
            </a:extLst>
          </p:cNvPr>
          <p:cNvCxnSpPr>
            <a:cxnSpLocks/>
          </p:cNvCxnSpPr>
          <p:nvPr userDrawn="1"/>
        </p:nvCxnSpPr>
        <p:spPr>
          <a:xfrm>
            <a:off x="649224" y="2667000"/>
            <a:ext cx="0" cy="31242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899096"/>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662" r:id="rId15"/>
    <p:sldLayoutId id="2147483663" r:id="rId16"/>
    <p:sldLayoutId id="2147483666" r:id="rId17"/>
    <p:sldLayoutId id="2147483667" r:id="rId18"/>
    <p:sldLayoutId id="2147483668" r:id="rId19"/>
    <p:sldLayoutId id="2147483669" r:id="rId20"/>
    <p:sldLayoutId id="2147483670" r:id="rId21"/>
    <p:sldLayoutId id="2147483653" r:id="rId22"/>
    <p:sldLayoutId id="2147483671" r:id="rId23"/>
    <p:sldLayoutId id="2147483672" r:id="rId2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F8B829FC-0ACD-46C3-5D7E-74FB2C721D7D}"/>
              </a:ext>
            </a:extLst>
          </p:cNvPr>
          <p:cNvPicPr>
            <a:picLocks noGrp="1" noChangeAspect="1"/>
          </p:cNvPicPr>
          <p:nvPr>
            <p:ph type="pic" sz="quarter" idx="10"/>
          </p:nvPr>
        </p:nvPicPr>
        <p:blipFill rotWithShape="1">
          <a:blip r:embed="rId2"/>
          <a:srcRect l="12881" t="6905" r="4408" b="10080"/>
          <a:stretch/>
        </p:blipFill>
        <p:spPr>
          <a:xfrm>
            <a:off x="537335" y="393483"/>
            <a:ext cx="1201977" cy="1126528"/>
          </a:xfrm>
        </p:spPr>
      </p:pic>
      <p:sp>
        <p:nvSpPr>
          <p:cNvPr id="4" name="Title 3">
            <a:extLst>
              <a:ext uri="{FF2B5EF4-FFF2-40B4-BE49-F238E27FC236}">
                <a16:creationId xmlns:a16="http://schemas.microsoft.com/office/drawing/2014/main" id="{305E10E9-9AB7-0642-D4C4-DDFDAB7B5B2C}"/>
              </a:ext>
            </a:extLst>
          </p:cNvPr>
          <p:cNvSpPr>
            <a:spLocks noGrp="1"/>
          </p:cNvSpPr>
          <p:nvPr>
            <p:ph type="title"/>
          </p:nvPr>
        </p:nvSpPr>
        <p:spPr>
          <a:xfrm>
            <a:off x="2105031" y="1581167"/>
            <a:ext cx="8373719" cy="1157423"/>
          </a:xfrm>
        </p:spPr>
        <p:txBody>
          <a:bodyPr>
            <a:normAutofit fontScale="90000"/>
          </a:bodyPr>
          <a:lstStyle/>
          <a:p>
            <a:pPr>
              <a:lnSpc>
                <a:spcPct val="150000"/>
              </a:lnSpc>
            </a:pPr>
            <a:r>
              <a:rPr lang="en-US" sz="2800" b="1" dirty="0">
                <a:solidFill>
                  <a:srgbClr val="002060"/>
                </a:solidFill>
                <a:latin typeface="Bookman Old Style" panose="02050604050505020204" pitchFamily="18" charset="0"/>
              </a:rPr>
              <a:t>Mini Project(BEC586</a:t>
            </a:r>
            <a:r>
              <a:rPr lang="en-US" sz="2800" dirty="0">
                <a:latin typeface="Bookman Old Style" panose="02050604050505020204" pitchFamily="18" charset="0"/>
              </a:rPr>
              <a:t>)</a:t>
            </a:r>
            <a:br>
              <a:rPr lang="en-US" sz="2800" dirty="0">
                <a:latin typeface="Bookman Old Style" panose="02050604050505020204" pitchFamily="18" charset="0"/>
              </a:rPr>
            </a:br>
            <a:r>
              <a:rPr lang="en-US" sz="2800" b="1" dirty="0">
                <a:latin typeface="Bookman Old Style" panose="02050604050505020204" pitchFamily="18" charset="0"/>
                <a:cs typeface="Times New Roman" panose="02020603050405020304" pitchFamily="18" charset="0"/>
              </a:rPr>
              <a:t>Final </a:t>
            </a:r>
            <a:r>
              <a:rPr lang="en-US" sz="2800" dirty="0">
                <a:latin typeface="Bookman Old Style" panose="02050604050505020204" pitchFamily="18" charset="0"/>
              </a:rPr>
              <a:t> </a:t>
            </a:r>
            <a:r>
              <a:rPr lang="en-US" sz="2800" b="1" dirty="0">
                <a:latin typeface="Bookman Old Style" panose="02050604050505020204" pitchFamily="18" charset="0"/>
                <a:cs typeface="Times New Roman" panose="02020603050405020304" pitchFamily="18" charset="0"/>
              </a:rPr>
              <a:t>Presentation</a:t>
            </a:r>
            <a:endParaRPr lang="en-US" sz="2800" dirty="0">
              <a:latin typeface="Bookman Old Style" panose="02050604050505020204" pitchFamily="18" charset="0"/>
            </a:endParaRPr>
          </a:p>
        </p:txBody>
      </p:sp>
      <p:sp>
        <p:nvSpPr>
          <p:cNvPr id="3" name="Title 3">
            <a:extLst>
              <a:ext uri="{FF2B5EF4-FFF2-40B4-BE49-F238E27FC236}">
                <a16:creationId xmlns:a16="http://schemas.microsoft.com/office/drawing/2014/main" id="{5A663226-43AD-3C05-3A2E-8CE5E23CA127}"/>
              </a:ext>
            </a:extLst>
          </p:cNvPr>
          <p:cNvSpPr txBox="1">
            <a:spLocks/>
          </p:cNvSpPr>
          <p:nvPr/>
        </p:nvSpPr>
        <p:spPr>
          <a:xfrm>
            <a:off x="1500753" y="351526"/>
            <a:ext cx="9190495" cy="713323"/>
          </a:xfrm>
          <a:prstGeom prst="rect">
            <a:avLst/>
          </a:prstGeom>
        </p:spPr>
        <p:txBody>
          <a:bodyPr vert="horz" lIns="0" tIns="0" rIns="0" bIns="0" rtlCol="0" anchor="ctr" anchorCtr="0">
            <a:noAutofit/>
          </a:bodyPr>
          <a:lstStyle>
            <a:lvl1pPr algn="ctr" defTabSz="914400" rtl="0" eaLnBrk="1" latinLnBrk="0" hangingPunct="1">
              <a:lnSpc>
                <a:spcPct val="90000"/>
              </a:lnSpc>
              <a:spcBef>
                <a:spcPct val="0"/>
              </a:spcBef>
              <a:buNone/>
              <a:defRPr sz="6000" kern="1200" cap="all" spc="300" baseline="0">
                <a:solidFill>
                  <a:schemeClr val="tx1"/>
                </a:solidFill>
                <a:latin typeface="+mj-lt"/>
                <a:ea typeface="+mj-ea"/>
                <a:cs typeface="Posterama" panose="020B0504020200020000" pitchFamily="34" charset="0"/>
              </a:defRPr>
            </a:lvl1pPr>
          </a:lstStyle>
          <a:p>
            <a:endParaRPr lang="en-US" sz="2800" b="1" dirty="0"/>
          </a:p>
        </p:txBody>
      </p:sp>
      <p:pic>
        <p:nvPicPr>
          <p:cNvPr id="11" name="image2.jpeg">
            <a:extLst>
              <a:ext uri="{FF2B5EF4-FFF2-40B4-BE49-F238E27FC236}">
                <a16:creationId xmlns:a16="http://schemas.microsoft.com/office/drawing/2014/main" id="{A2CB9204-77B4-C65B-0A7D-6B7DFE662EB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4441" y="360606"/>
            <a:ext cx="967815" cy="1245598"/>
          </a:xfrm>
          <a:prstGeom prst="rect">
            <a:avLst/>
          </a:prstGeom>
        </p:spPr>
      </p:pic>
      <p:sp>
        <p:nvSpPr>
          <p:cNvPr id="7" name="Subtitle 1">
            <a:extLst>
              <a:ext uri="{FF2B5EF4-FFF2-40B4-BE49-F238E27FC236}">
                <a16:creationId xmlns:a16="http://schemas.microsoft.com/office/drawing/2014/main" id="{B543166A-E947-E4B6-7175-BD7FD1474A28}"/>
              </a:ext>
            </a:extLst>
          </p:cNvPr>
          <p:cNvSpPr txBox="1">
            <a:spLocks/>
          </p:cNvSpPr>
          <p:nvPr/>
        </p:nvSpPr>
        <p:spPr>
          <a:xfrm>
            <a:off x="1579057" y="3405173"/>
            <a:ext cx="9144000" cy="357187"/>
          </a:xfrm>
          <a:prstGeom prst="rect">
            <a:avLst/>
          </a:prstGeom>
        </p:spPr>
        <p:txBody>
          <a:bodyPr vert="horz" lIns="0" tIns="0" rIns="0" bIns="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0" i="0" kern="1200" cap="all" baseline="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baseline="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baseline="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baseline="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3600" b="1" dirty="0">
              <a:latin typeface="Times New Roman" panose="02020603050405020304" pitchFamily="18" charset="0"/>
              <a:cs typeface="Times New Roman" panose="02020603050405020304" pitchFamily="18" charset="0"/>
            </a:endParaRPr>
          </a:p>
        </p:txBody>
      </p:sp>
      <p:sp>
        <p:nvSpPr>
          <p:cNvPr id="12" name="Title 3">
            <a:extLst>
              <a:ext uri="{FF2B5EF4-FFF2-40B4-BE49-F238E27FC236}">
                <a16:creationId xmlns:a16="http://schemas.microsoft.com/office/drawing/2014/main" id="{BB991F6A-FC48-A436-58A6-20D1433330F5}"/>
              </a:ext>
            </a:extLst>
          </p:cNvPr>
          <p:cNvSpPr txBox="1">
            <a:spLocks/>
          </p:cNvSpPr>
          <p:nvPr/>
        </p:nvSpPr>
        <p:spPr>
          <a:xfrm>
            <a:off x="1398077" y="2734711"/>
            <a:ext cx="9994582" cy="1340924"/>
          </a:xfrm>
          <a:prstGeom prst="rect">
            <a:avLst/>
          </a:prstGeom>
        </p:spPr>
        <p:txBody>
          <a:bodyPr vert="horz" lIns="0" tIns="0" rIns="0" bIns="0" rtlCol="0" anchor="ctr" anchorCtr="0">
            <a:noAutofit/>
          </a:bodyPr>
          <a:lstStyle>
            <a:lvl1pPr algn="ctr" defTabSz="914400" rtl="0" eaLnBrk="1" latinLnBrk="0" hangingPunct="1">
              <a:lnSpc>
                <a:spcPct val="90000"/>
              </a:lnSpc>
              <a:spcBef>
                <a:spcPct val="0"/>
              </a:spcBef>
              <a:buNone/>
              <a:defRPr sz="6000" kern="1200" cap="all" spc="300" baseline="0">
                <a:solidFill>
                  <a:schemeClr val="tx1"/>
                </a:solidFill>
                <a:latin typeface="+mj-lt"/>
                <a:ea typeface="+mj-ea"/>
                <a:cs typeface="Posterama" panose="020B0504020200020000" pitchFamily="34" charset="0"/>
              </a:defRPr>
            </a:lvl1pPr>
          </a:lstStyle>
          <a:p>
            <a:r>
              <a:rPr lang="en-US" sz="3200" dirty="0">
                <a:solidFill>
                  <a:schemeClr val="accent2">
                    <a:lumMod val="75000"/>
                  </a:schemeClr>
                </a:solidFill>
                <a:latin typeface="Bookman Old Style" panose="02050604050505020204" pitchFamily="18" charset="0"/>
              </a:rPr>
              <a:t>Dual axis solar tracker</a:t>
            </a:r>
          </a:p>
        </p:txBody>
      </p:sp>
      <p:graphicFrame>
        <p:nvGraphicFramePr>
          <p:cNvPr id="13" name="Table 12">
            <a:extLst>
              <a:ext uri="{FF2B5EF4-FFF2-40B4-BE49-F238E27FC236}">
                <a16:creationId xmlns:a16="http://schemas.microsoft.com/office/drawing/2014/main" id="{48FD2BF7-2A01-434F-4442-C70E517E54CB}"/>
              </a:ext>
            </a:extLst>
          </p:cNvPr>
          <p:cNvGraphicFramePr>
            <a:graphicFrameLocks noGrp="1"/>
          </p:cNvGraphicFramePr>
          <p:nvPr>
            <p:extLst>
              <p:ext uri="{D42A27DB-BD31-4B8C-83A1-F6EECF244321}">
                <p14:modId xmlns:p14="http://schemas.microsoft.com/office/powerpoint/2010/main" val="1449250941"/>
              </p:ext>
            </p:extLst>
          </p:nvPr>
        </p:nvGraphicFramePr>
        <p:xfrm>
          <a:off x="1026695" y="4060878"/>
          <a:ext cx="4347900" cy="1902380"/>
        </p:xfrm>
        <a:graphic>
          <a:graphicData uri="http://schemas.openxmlformats.org/drawingml/2006/table">
            <a:tbl>
              <a:tblPr firstRow="1" bandRow="1">
                <a:tableStyleId>{2D5ABB26-0587-4C30-8999-92F81FD0307C}</a:tableStyleId>
              </a:tblPr>
              <a:tblGrid>
                <a:gridCol w="2043757">
                  <a:extLst>
                    <a:ext uri="{9D8B030D-6E8A-4147-A177-3AD203B41FA5}">
                      <a16:colId xmlns:a16="http://schemas.microsoft.com/office/drawing/2014/main" val="2632306935"/>
                    </a:ext>
                  </a:extLst>
                </a:gridCol>
                <a:gridCol w="2304143">
                  <a:extLst>
                    <a:ext uri="{9D8B030D-6E8A-4147-A177-3AD203B41FA5}">
                      <a16:colId xmlns:a16="http://schemas.microsoft.com/office/drawing/2014/main" val="3573011157"/>
                    </a:ext>
                  </a:extLst>
                </a:gridCol>
              </a:tblGrid>
              <a:tr h="380476">
                <a:tc gridSpan="2">
                  <a:txBody>
                    <a:bodyPr/>
                    <a:lstStyle/>
                    <a:p>
                      <a:r>
                        <a:rPr lang="en-IN" sz="1800" b="1" dirty="0">
                          <a:latin typeface="Times New Roman" panose="02020603050405020304" pitchFamily="18" charset="0"/>
                          <a:cs typeface="Times New Roman" panose="02020603050405020304" pitchFamily="18" charset="0"/>
                        </a:rPr>
                        <a:t>Presented By: </a:t>
                      </a:r>
                    </a:p>
                  </a:txBody>
                  <a:tcPr/>
                </a:tc>
                <a:tc hMerge="1">
                  <a:txBody>
                    <a:bodyPr/>
                    <a:lstStyle/>
                    <a:p>
                      <a:endParaRPr dirty="0"/>
                    </a:p>
                  </a:txBody>
                  <a:tcPr/>
                </a:tc>
                <a:extLst>
                  <a:ext uri="{0D108BD9-81ED-4DB2-BD59-A6C34878D82A}">
                    <a16:rowId xmlns:a16="http://schemas.microsoft.com/office/drawing/2014/main" val="4032257604"/>
                  </a:ext>
                </a:extLst>
              </a:tr>
              <a:tr h="380476">
                <a:tc>
                  <a:txBody>
                    <a:bodyPr/>
                    <a:lstStyle/>
                    <a:p>
                      <a:r>
                        <a:rPr lang="en-IN" sz="1800" b="1" dirty="0">
                          <a:latin typeface="Times New Roman" panose="02020603050405020304" pitchFamily="18" charset="0"/>
                          <a:cs typeface="Times New Roman" panose="02020603050405020304" pitchFamily="18" charset="0"/>
                        </a:rPr>
                        <a:t>Govardhan D G</a:t>
                      </a:r>
                    </a:p>
                  </a:txBody>
                  <a:tcPr/>
                </a:tc>
                <a:tc>
                  <a:txBody>
                    <a:bodyPr/>
                    <a:lstStyle/>
                    <a:p>
                      <a:r>
                        <a:rPr lang="en-IN" sz="1800" b="1" dirty="0">
                          <a:latin typeface="Times New Roman" panose="02020603050405020304" pitchFamily="18" charset="0"/>
                          <a:cs typeface="Times New Roman" panose="02020603050405020304" pitchFamily="18" charset="0"/>
                        </a:rPr>
                        <a:t>1VA22EC035</a:t>
                      </a:r>
                    </a:p>
                  </a:txBody>
                  <a:tcPr/>
                </a:tc>
                <a:extLst>
                  <a:ext uri="{0D108BD9-81ED-4DB2-BD59-A6C34878D82A}">
                    <a16:rowId xmlns:a16="http://schemas.microsoft.com/office/drawing/2014/main" val="1407553011"/>
                  </a:ext>
                </a:extLst>
              </a:tr>
              <a:tr h="380476">
                <a:tc>
                  <a:txBody>
                    <a:bodyPr/>
                    <a:lstStyle/>
                    <a:p>
                      <a:r>
                        <a:rPr lang="en-IN" sz="1800" b="1" dirty="0">
                          <a:latin typeface="Times New Roman" panose="02020603050405020304" pitchFamily="18" charset="0"/>
                          <a:cs typeface="Times New Roman" panose="02020603050405020304" pitchFamily="18" charset="0"/>
                        </a:rPr>
                        <a:t>Ananya G P</a:t>
                      </a:r>
                    </a:p>
                  </a:txBody>
                  <a:tcPr/>
                </a:tc>
                <a:tc>
                  <a:txBody>
                    <a:bodyPr/>
                    <a:lstStyle/>
                    <a:p>
                      <a:r>
                        <a:rPr lang="en-IN" sz="1800" b="1" dirty="0">
                          <a:latin typeface="Times New Roman" panose="02020603050405020304" pitchFamily="18" charset="0"/>
                          <a:cs typeface="Times New Roman" panose="02020603050405020304" pitchFamily="18" charset="0"/>
                        </a:rPr>
                        <a:t>1VA22EC013</a:t>
                      </a:r>
                    </a:p>
                  </a:txBody>
                  <a:tcPr/>
                </a:tc>
                <a:extLst>
                  <a:ext uri="{0D108BD9-81ED-4DB2-BD59-A6C34878D82A}">
                    <a16:rowId xmlns:a16="http://schemas.microsoft.com/office/drawing/2014/main" val="2091540435"/>
                  </a:ext>
                </a:extLst>
              </a:tr>
              <a:tr h="380476">
                <a:tc>
                  <a:txBody>
                    <a:bodyPr/>
                    <a:lstStyle/>
                    <a:p>
                      <a:r>
                        <a:rPr lang="en-IN" sz="1800" b="1" dirty="0">
                          <a:latin typeface="Times New Roman" panose="02020603050405020304" pitchFamily="18" charset="0"/>
                          <a:cs typeface="Times New Roman" panose="02020603050405020304" pitchFamily="18" charset="0"/>
                        </a:rPr>
                        <a:t>Guna Ramesh</a:t>
                      </a:r>
                    </a:p>
                  </a:txBody>
                  <a:tcPr/>
                </a:tc>
                <a:tc>
                  <a:txBody>
                    <a:bodyPr/>
                    <a:lstStyle/>
                    <a:p>
                      <a:r>
                        <a:rPr lang="en-IN" sz="1800" b="1" dirty="0">
                          <a:latin typeface="Times New Roman" panose="02020603050405020304" pitchFamily="18" charset="0"/>
                          <a:cs typeface="Times New Roman" panose="02020603050405020304" pitchFamily="18" charset="0"/>
                        </a:rPr>
                        <a:t>1VA22EC036</a:t>
                      </a:r>
                    </a:p>
                  </a:txBody>
                  <a:tcPr/>
                </a:tc>
                <a:extLst>
                  <a:ext uri="{0D108BD9-81ED-4DB2-BD59-A6C34878D82A}">
                    <a16:rowId xmlns:a16="http://schemas.microsoft.com/office/drawing/2014/main" val="3796244238"/>
                  </a:ext>
                </a:extLst>
              </a:tr>
              <a:tr h="380476">
                <a:tc>
                  <a:txBody>
                    <a:bodyPr/>
                    <a:lstStyle/>
                    <a:p>
                      <a:r>
                        <a:rPr lang="en-IN" sz="1800" b="1" dirty="0">
                          <a:latin typeface="Times New Roman" panose="02020603050405020304" pitchFamily="18" charset="0"/>
                          <a:cs typeface="Times New Roman" panose="02020603050405020304" pitchFamily="18" charset="0"/>
                        </a:rPr>
                        <a:t>Diwakar K </a:t>
                      </a:r>
                      <a:r>
                        <a:rPr lang="en-IN" sz="1800" b="1" dirty="0" err="1">
                          <a:latin typeface="Times New Roman" panose="02020603050405020304" pitchFamily="18" charset="0"/>
                          <a:cs typeface="Times New Roman" panose="02020603050405020304" pitchFamily="18" charset="0"/>
                        </a:rPr>
                        <a:t>K</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dirty="0">
                          <a:latin typeface="Times New Roman" panose="02020603050405020304" pitchFamily="18" charset="0"/>
                          <a:cs typeface="Times New Roman" panose="02020603050405020304" pitchFamily="18" charset="0"/>
                        </a:rPr>
                        <a:t>1VA22EC032</a:t>
                      </a:r>
                    </a:p>
                  </a:txBody>
                  <a:tcPr/>
                </a:tc>
                <a:extLst>
                  <a:ext uri="{0D108BD9-81ED-4DB2-BD59-A6C34878D82A}">
                    <a16:rowId xmlns:a16="http://schemas.microsoft.com/office/drawing/2014/main" val="1844265503"/>
                  </a:ext>
                </a:extLst>
              </a:tr>
            </a:tbl>
          </a:graphicData>
        </a:graphic>
      </p:graphicFrame>
      <p:sp>
        <p:nvSpPr>
          <p:cNvPr id="15" name="TextBox 14">
            <a:extLst>
              <a:ext uri="{FF2B5EF4-FFF2-40B4-BE49-F238E27FC236}">
                <a16:creationId xmlns:a16="http://schemas.microsoft.com/office/drawing/2014/main" id="{D3D569CE-DE77-DB2A-A02A-AB4E18DF4F3F}"/>
              </a:ext>
            </a:extLst>
          </p:cNvPr>
          <p:cNvSpPr txBox="1"/>
          <p:nvPr/>
        </p:nvSpPr>
        <p:spPr>
          <a:xfrm>
            <a:off x="6866871" y="4014707"/>
            <a:ext cx="4608285" cy="2062103"/>
          </a:xfrm>
          <a:prstGeom prst="rect">
            <a:avLst/>
          </a:prstGeom>
          <a:noFill/>
        </p:spPr>
        <p:txBody>
          <a:bodyPr wrap="square" rtlCol="0">
            <a:spAutoFit/>
          </a:bodyPr>
          <a:lstStyle/>
          <a:p>
            <a:pPr>
              <a:lnSpc>
                <a:spcPct val="200000"/>
              </a:lnSpc>
            </a:pPr>
            <a:r>
              <a:rPr lang="en-US" sz="2400" b="1" u="sng" dirty="0">
                <a:latin typeface="Bookman Old Style" panose="02050604050505020204" pitchFamily="18" charset="0"/>
              </a:rPr>
              <a:t>PROJECT GUIDE </a:t>
            </a:r>
          </a:p>
          <a:p>
            <a:r>
              <a:rPr lang="en-US" sz="2000" b="1" dirty="0" err="1">
                <a:latin typeface="Bookman Old Style" panose="02050604050505020204" pitchFamily="18" charset="0"/>
              </a:rPr>
              <a:t>Prof.Nagayya</a:t>
            </a:r>
            <a:r>
              <a:rPr lang="en-US" sz="2000" b="1" dirty="0">
                <a:latin typeface="Bookman Old Style" panose="02050604050505020204" pitchFamily="18" charset="0"/>
              </a:rPr>
              <a:t> S Hiremath</a:t>
            </a:r>
          </a:p>
          <a:p>
            <a:r>
              <a:rPr lang="en-US" sz="2000" dirty="0">
                <a:latin typeface="Bookman Old Style" panose="02050604050505020204" pitchFamily="18" charset="0"/>
              </a:rPr>
              <a:t>Assistant Professor</a:t>
            </a:r>
          </a:p>
          <a:p>
            <a:r>
              <a:rPr lang="en-US" sz="2000" dirty="0">
                <a:latin typeface="Bookman Old Style" panose="02050604050505020204" pitchFamily="18" charset="0"/>
              </a:rPr>
              <a:t>Department of ECE</a:t>
            </a:r>
          </a:p>
          <a:p>
            <a:r>
              <a:rPr lang="en-US" sz="2000" dirty="0">
                <a:latin typeface="Bookman Old Style" panose="02050604050505020204" pitchFamily="18" charset="0"/>
              </a:rPr>
              <a:t>Sai Vidya Institute of Technology</a:t>
            </a:r>
          </a:p>
        </p:txBody>
      </p:sp>
      <p:sp>
        <p:nvSpPr>
          <p:cNvPr id="16" name="Title 3">
            <a:extLst>
              <a:ext uri="{FF2B5EF4-FFF2-40B4-BE49-F238E27FC236}">
                <a16:creationId xmlns:a16="http://schemas.microsoft.com/office/drawing/2014/main" id="{F2E2C3B2-2A06-58C9-32EC-1E729B3A91C6}"/>
              </a:ext>
            </a:extLst>
          </p:cNvPr>
          <p:cNvSpPr txBox="1">
            <a:spLocks/>
          </p:cNvSpPr>
          <p:nvPr/>
        </p:nvSpPr>
        <p:spPr>
          <a:xfrm>
            <a:off x="2872062" y="880153"/>
            <a:ext cx="6126512" cy="646911"/>
          </a:xfrm>
          <a:prstGeom prst="rect">
            <a:avLst/>
          </a:prstGeom>
        </p:spPr>
        <p:txBody>
          <a:bodyPr vert="horz" lIns="0" tIns="0" rIns="0" bIns="0" rtlCol="0" anchor="ctr" anchorCtr="0">
            <a:noAutofit/>
          </a:bodyPr>
          <a:lstStyle>
            <a:lvl1pPr algn="ctr" defTabSz="914400" rtl="0" eaLnBrk="1" latinLnBrk="0" hangingPunct="1">
              <a:lnSpc>
                <a:spcPct val="90000"/>
              </a:lnSpc>
              <a:spcBef>
                <a:spcPct val="0"/>
              </a:spcBef>
              <a:buNone/>
              <a:defRPr sz="6000" kern="1200" cap="all" spc="300" baseline="0">
                <a:solidFill>
                  <a:schemeClr val="tx1"/>
                </a:solidFill>
                <a:latin typeface="+mj-lt"/>
                <a:ea typeface="+mj-ea"/>
                <a:cs typeface="Posterama" panose="020B0504020200020000" pitchFamily="34" charset="0"/>
              </a:defRPr>
            </a:lvl1pPr>
          </a:lstStyle>
          <a:p>
            <a:endParaRPr lang="en-US" sz="2800" dirty="0">
              <a:latin typeface="Bookman Old Style" panose="02050604050505020204" pitchFamily="18" charset="0"/>
            </a:endParaRPr>
          </a:p>
        </p:txBody>
      </p:sp>
      <p:sp>
        <p:nvSpPr>
          <p:cNvPr id="17" name="Title 3">
            <a:extLst>
              <a:ext uri="{FF2B5EF4-FFF2-40B4-BE49-F238E27FC236}">
                <a16:creationId xmlns:a16="http://schemas.microsoft.com/office/drawing/2014/main" id="{1E48D39F-5413-32DF-71B6-95FDDC84A2B2}"/>
              </a:ext>
            </a:extLst>
          </p:cNvPr>
          <p:cNvSpPr txBox="1">
            <a:spLocks/>
          </p:cNvSpPr>
          <p:nvPr/>
        </p:nvSpPr>
        <p:spPr>
          <a:xfrm>
            <a:off x="1153767" y="411516"/>
            <a:ext cx="9994581" cy="1234944"/>
          </a:xfrm>
          <a:prstGeom prst="rect">
            <a:avLst/>
          </a:prstGeom>
        </p:spPr>
        <p:txBody>
          <a:bodyPr vert="horz" lIns="0" tIns="0" rIns="0" bIns="0" rtlCol="0" anchor="ctr" anchorCtr="0">
            <a:noAutofit/>
          </a:bodyPr>
          <a:lstStyle>
            <a:lvl1pPr algn="ctr" defTabSz="914400" rtl="0" eaLnBrk="1" latinLnBrk="0" hangingPunct="1">
              <a:lnSpc>
                <a:spcPct val="90000"/>
              </a:lnSpc>
              <a:spcBef>
                <a:spcPct val="0"/>
              </a:spcBef>
              <a:buNone/>
              <a:defRPr sz="6000" kern="1200" cap="all" spc="300" baseline="0">
                <a:solidFill>
                  <a:schemeClr val="tx1"/>
                </a:solidFill>
                <a:latin typeface="+mj-lt"/>
                <a:ea typeface="+mj-ea"/>
                <a:cs typeface="Posterama" panose="020B0504020200020000" pitchFamily="34" charset="0"/>
              </a:defRPr>
            </a:lvl1pPr>
          </a:lstStyle>
          <a:p>
            <a:r>
              <a:rPr lang="en-US" sz="2800" b="1" dirty="0">
                <a:solidFill>
                  <a:srgbClr val="002060"/>
                </a:solidFill>
                <a:latin typeface="Bookman Old Style" panose="02050604050505020204" pitchFamily="18" charset="0"/>
              </a:rPr>
              <a:t>SAI VIDYA INSTITUTE OF TECHNOLOGY</a:t>
            </a:r>
          </a:p>
          <a:p>
            <a:r>
              <a:rPr lang="en-US" sz="2000" b="1" dirty="0">
                <a:latin typeface="Bookman Old Style" panose="02050604050505020204" pitchFamily="18" charset="0"/>
              </a:rPr>
              <a:t>Department of Electronics &amp;communication engineering</a:t>
            </a:r>
          </a:p>
        </p:txBody>
      </p:sp>
      <p:sp>
        <p:nvSpPr>
          <p:cNvPr id="2" name="Rectangle 1"/>
          <p:cNvSpPr/>
          <p:nvPr/>
        </p:nvSpPr>
        <p:spPr>
          <a:xfrm>
            <a:off x="5777345" y="5334000"/>
            <a:ext cx="678873" cy="74281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85521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784DB-845C-9019-C67D-E4B8A6FC832A}"/>
              </a:ext>
            </a:extLst>
          </p:cNvPr>
          <p:cNvSpPr>
            <a:spLocks noGrp="1"/>
          </p:cNvSpPr>
          <p:nvPr>
            <p:ph type="title"/>
          </p:nvPr>
        </p:nvSpPr>
        <p:spPr>
          <a:xfrm>
            <a:off x="3434606" y="163804"/>
            <a:ext cx="5926811" cy="490244"/>
          </a:xfrm>
        </p:spPr>
        <p:txBody>
          <a:bodyPr>
            <a:normAutofit fontScale="90000"/>
          </a:bodyPr>
          <a:lstStyle/>
          <a:p>
            <a:r>
              <a:rPr lang="en-IN" sz="3600" b="1" dirty="0">
                <a:solidFill>
                  <a:schemeClr val="accent2">
                    <a:lumMod val="75000"/>
                  </a:schemeClr>
                </a:solidFill>
                <a:latin typeface="Bookman Old Style" panose="02050604050505020204" pitchFamily="18" charset="0"/>
              </a:rPr>
              <a:t>Acknowledgement</a:t>
            </a:r>
          </a:p>
        </p:txBody>
      </p:sp>
      <p:sp>
        <p:nvSpPr>
          <p:cNvPr id="3" name="Content Placeholder 2">
            <a:extLst>
              <a:ext uri="{FF2B5EF4-FFF2-40B4-BE49-F238E27FC236}">
                <a16:creationId xmlns:a16="http://schemas.microsoft.com/office/drawing/2014/main" id="{19AFF656-9615-D451-5436-3CB25D8D31AD}"/>
              </a:ext>
            </a:extLst>
          </p:cNvPr>
          <p:cNvSpPr>
            <a:spLocks noGrp="1"/>
          </p:cNvSpPr>
          <p:nvPr>
            <p:ph idx="1"/>
          </p:nvPr>
        </p:nvSpPr>
        <p:spPr>
          <a:xfrm>
            <a:off x="877824" y="796116"/>
            <a:ext cx="11086868" cy="5604685"/>
          </a:xfrm>
        </p:spPr>
        <p:txBody>
          <a:bodyPr>
            <a:normAutofit fontScale="92500" lnSpcReduction="10000"/>
          </a:bodyPr>
          <a:lstStyle/>
          <a:p>
            <a:pPr algn="just"/>
            <a:r>
              <a:rPr lang="en-US" sz="2400" dirty="0">
                <a:latin typeface="Times New Roman" panose="02020603050405020304" pitchFamily="18" charset="0"/>
                <a:cs typeface="Times New Roman" panose="02020603050405020304" pitchFamily="18" charset="0"/>
              </a:rPr>
              <a:t>I would like to express my heartfelt gratitude to everyone who has contributed to the completion of Mini Project Work.</a:t>
            </a:r>
          </a:p>
          <a:p>
            <a:pPr algn="just"/>
            <a:r>
              <a:rPr lang="en-US" sz="2400" dirty="0">
                <a:latin typeface="Times New Roman" panose="02020603050405020304" pitchFamily="18" charset="0"/>
                <a:cs typeface="Times New Roman" panose="02020603050405020304" pitchFamily="18" charset="0"/>
              </a:rPr>
              <a:t>We would like to thank the Management and </a:t>
            </a:r>
            <a:r>
              <a:rPr lang="en-US" sz="2400" b="1" dirty="0">
                <a:latin typeface="Times New Roman" panose="02020603050405020304" pitchFamily="18" charset="0"/>
                <a:cs typeface="Times New Roman" panose="02020603050405020304" pitchFamily="18" charset="0"/>
              </a:rPr>
              <a:t>Prof. M R Holla</a:t>
            </a:r>
            <a:r>
              <a:rPr lang="en-US" sz="2400" dirty="0">
                <a:latin typeface="Times New Roman" panose="02020603050405020304" pitchFamily="18" charset="0"/>
                <a:cs typeface="Times New Roman" panose="02020603050405020304" pitchFamily="18" charset="0"/>
              </a:rPr>
              <a:t>, Director, </a:t>
            </a:r>
            <a:r>
              <a:rPr lang="en-US" sz="2400" b="1" dirty="0">
                <a:latin typeface="Times New Roman" panose="02020603050405020304" pitchFamily="18" charset="0"/>
                <a:cs typeface="Times New Roman" panose="02020603050405020304" pitchFamily="18" charset="0"/>
              </a:rPr>
              <a:t>Dr. A M Padma Reddy</a:t>
            </a:r>
            <a:r>
              <a:rPr lang="en-US" sz="2400" dirty="0">
                <a:latin typeface="Times New Roman" panose="02020603050405020304" pitchFamily="18" charset="0"/>
                <a:cs typeface="Times New Roman" panose="02020603050405020304" pitchFamily="18" charset="0"/>
              </a:rPr>
              <a:t>, Additional Director, Sai Vidya Institute of Technology for providing facilities and supporting us.</a:t>
            </a:r>
          </a:p>
          <a:p>
            <a:pPr algn="just"/>
            <a:r>
              <a:rPr lang="en-US" sz="2400" dirty="0">
                <a:latin typeface="Times New Roman" panose="02020603050405020304" pitchFamily="18" charset="0"/>
                <a:cs typeface="Times New Roman" panose="02020603050405020304" pitchFamily="18" charset="0"/>
              </a:rPr>
              <a:t>We wish to express our sincere gratitude to </a:t>
            </a:r>
            <a:r>
              <a:rPr lang="en-US" sz="2400" b="1" dirty="0">
                <a:latin typeface="Times New Roman" panose="02020603050405020304" pitchFamily="18" charset="0"/>
                <a:cs typeface="Times New Roman" panose="02020603050405020304" pitchFamily="18" charset="0"/>
              </a:rPr>
              <a:t>Dr. Y JAYASIMHA</a:t>
            </a:r>
            <a:r>
              <a:rPr lang="en-US" sz="2400" dirty="0">
                <a:latin typeface="Times New Roman" panose="02020603050405020304" pitchFamily="18" charset="0"/>
                <a:cs typeface="Times New Roman" panose="02020603050405020304" pitchFamily="18" charset="0"/>
              </a:rPr>
              <a:t>, Dean Academics and Professor, Department of ECE, Our beloved Principal </a:t>
            </a:r>
            <a:r>
              <a:rPr lang="en-US" sz="2400" b="1" dirty="0">
                <a:latin typeface="Times New Roman" panose="02020603050405020304" pitchFamily="18" charset="0"/>
                <a:cs typeface="Times New Roman" panose="02020603050405020304" pitchFamily="18" charset="0"/>
              </a:rPr>
              <a:t>Dr. M S GANESHA PRASAD</a:t>
            </a:r>
            <a:r>
              <a:rPr lang="en-US" sz="2400" dirty="0">
                <a:latin typeface="Times New Roman" panose="02020603050405020304" pitchFamily="18" charset="0"/>
                <a:cs typeface="Times New Roman" panose="02020603050405020304" pitchFamily="18" charset="0"/>
              </a:rPr>
              <a:t>,  Sai Vidya Institute of Technology, for providing us required facilities to carry out project Work. </a:t>
            </a:r>
          </a:p>
          <a:p>
            <a:pPr algn="just"/>
            <a:r>
              <a:rPr lang="en-US" sz="2400" dirty="0">
                <a:latin typeface="Times New Roman" panose="02020603050405020304" pitchFamily="18" charset="0"/>
                <a:cs typeface="Times New Roman" panose="02020603050405020304" pitchFamily="18" charset="0"/>
              </a:rPr>
              <a:t>We are thankful to </a:t>
            </a:r>
            <a:r>
              <a:rPr lang="en-US" sz="2400" b="1" dirty="0">
                <a:latin typeface="Times New Roman" panose="02020603050405020304" pitchFamily="18" charset="0"/>
                <a:cs typeface="Times New Roman" panose="02020603050405020304" pitchFamily="18" charset="0"/>
              </a:rPr>
              <a:t>Dr. VENKATESHA M</a:t>
            </a:r>
            <a:r>
              <a:rPr lang="en-US" sz="2400" dirty="0">
                <a:latin typeface="Times New Roman" panose="02020603050405020304" pitchFamily="18" charset="0"/>
                <a:cs typeface="Times New Roman" panose="02020603050405020304" pitchFamily="18" charset="0"/>
              </a:rPr>
              <a:t>, Professor and HOD,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Department of Electronics and Communication Engineering, Sai Vidya Institute of Technology, for his valuable suggestions and support.</a:t>
            </a:r>
          </a:p>
          <a:p>
            <a:pPr algn="just"/>
            <a:r>
              <a:rPr lang="en-US" sz="2400" dirty="0">
                <a:latin typeface="Times New Roman" panose="02020603050405020304" pitchFamily="18" charset="0"/>
                <a:cs typeface="Times New Roman" panose="02020603050405020304" pitchFamily="18" charset="0"/>
              </a:rPr>
              <a:t>We extend deepest thanks to our mini project guide,</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Prof.Nagayya</a:t>
            </a:r>
            <a:r>
              <a:rPr lang="en-US" sz="2400" b="1" dirty="0">
                <a:latin typeface="Times New Roman" panose="02020603050405020304" pitchFamily="18" charset="0"/>
                <a:cs typeface="Times New Roman" panose="02020603050405020304" pitchFamily="18" charset="0"/>
              </a:rPr>
              <a:t> S Hiremath,    </a:t>
            </a:r>
            <a:r>
              <a:rPr lang="en-US" sz="2400" dirty="0">
                <a:latin typeface="Times New Roman" panose="02020603050405020304" pitchFamily="18" charset="0"/>
                <a:cs typeface="Times New Roman" panose="02020603050405020304" pitchFamily="18" charset="0"/>
              </a:rPr>
              <a:t>Assistant</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professor for their invaluable guidance, constructive feedback, and constant encouragement throughout the completion of mini project.</a:t>
            </a:r>
          </a:p>
          <a:p>
            <a:pPr algn="just"/>
            <a:r>
              <a:rPr lang="en-US" sz="2400" dirty="0">
                <a:latin typeface="Times New Roman" panose="02020603050405020304" pitchFamily="18" charset="0"/>
                <a:ea typeface="Calibri" panose="020F0502020204030204" pitchFamily="34" charset="0"/>
                <a:cs typeface="Times New Roman" panose="02020603050405020304" pitchFamily="18" charset="0"/>
              </a:rPr>
              <a:t>We would like to thank our Mini Project Co-</a:t>
            </a:r>
            <a:r>
              <a:rPr lang="en-US" sz="2400" dirty="0" err="1">
                <a:latin typeface="Times New Roman" panose="02020603050405020304" pitchFamily="18" charset="0"/>
                <a:ea typeface="Calibri" panose="020F0502020204030204" pitchFamily="34" charset="0"/>
                <a:cs typeface="Times New Roman" panose="02020603050405020304" pitchFamily="18" charset="0"/>
              </a:rPr>
              <a:t>ordinators</a:t>
            </a: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b="1" dirty="0">
                <a:latin typeface="Times New Roman" panose="02020603050405020304" pitchFamily="18" charset="0"/>
                <a:ea typeface="Calibri" panose="020F0502020204030204" pitchFamily="34" charset="0"/>
                <a:cs typeface="Times New Roman" panose="02020603050405020304" pitchFamily="18" charset="0"/>
              </a:rPr>
              <a:t>Dr. Vani B P</a:t>
            </a:r>
            <a:r>
              <a:rPr lang="en-US" sz="2400" dirty="0">
                <a:latin typeface="Times New Roman" panose="02020603050405020304" pitchFamily="18" charset="0"/>
                <a:ea typeface="Calibri" panose="020F0502020204030204" pitchFamily="34" charset="0"/>
                <a:cs typeface="Times New Roman" panose="02020603050405020304" pitchFamily="18" charset="0"/>
              </a:rPr>
              <a:t>, Associate Professor, </a:t>
            </a:r>
            <a:r>
              <a:rPr lang="en-US" sz="2400" b="1" dirty="0">
                <a:latin typeface="Times New Roman" panose="02020603050405020304" pitchFamily="18" charset="0"/>
                <a:ea typeface="Calibri" panose="020F0502020204030204" pitchFamily="34" charset="0"/>
                <a:cs typeface="Times New Roman" panose="02020603050405020304" pitchFamily="18" charset="0"/>
              </a:rPr>
              <a:t>Mr.</a:t>
            </a:r>
            <a:r>
              <a:rPr lang="en-US" sz="2400" b="1" spc="5" dirty="0">
                <a:latin typeface="Times New Roman" panose="02020603050405020304" pitchFamily="18" charset="0"/>
                <a:ea typeface="Calibri" panose="020F0502020204030204" pitchFamily="34" charset="0"/>
                <a:cs typeface="Times New Roman" panose="02020603050405020304" pitchFamily="18" charset="0"/>
              </a:rPr>
              <a:t> </a:t>
            </a:r>
            <a:r>
              <a:rPr lang="en-US" sz="2400" b="1" dirty="0">
                <a:latin typeface="Times New Roman" panose="02020603050405020304" pitchFamily="18" charset="0"/>
                <a:ea typeface="Calibri" panose="020F0502020204030204" pitchFamily="34" charset="0"/>
                <a:cs typeface="Times New Roman" panose="02020603050405020304" pitchFamily="18" charset="0"/>
              </a:rPr>
              <a:t>N  Ajay  Kumar</a:t>
            </a:r>
            <a:r>
              <a:rPr lang="en-US" sz="2400" dirty="0">
                <a:latin typeface="Times New Roman" panose="02020603050405020304" pitchFamily="18" charset="0"/>
                <a:ea typeface="Calibri" panose="020F0502020204030204" pitchFamily="34" charset="0"/>
                <a:cs typeface="Times New Roman" panose="02020603050405020304" pitchFamily="18" charset="0"/>
              </a:rPr>
              <a:t>, Assistant Professor, and </a:t>
            </a:r>
            <a:r>
              <a:rPr lang="en-US" sz="2400" b="1" dirty="0">
                <a:latin typeface="Times New Roman" panose="02020603050405020304" pitchFamily="18" charset="0"/>
                <a:ea typeface="Calibri" panose="020F0502020204030204" pitchFamily="34" charset="0"/>
                <a:cs typeface="Times New Roman" panose="02020603050405020304" pitchFamily="18" charset="0"/>
              </a:rPr>
              <a:t>Ms.  </a:t>
            </a:r>
            <a:r>
              <a:rPr lang="en-US" sz="2400" b="1" dirty="0" err="1">
                <a:latin typeface="Times New Roman" panose="02020603050405020304" pitchFamily="18" charset="0"/>
                <a:ea typeface="Calibri" panose="020F0502020204030204" pitchFamily="34" charset="0"/>
                <a:cs typeface="Times New Roman" panose="02020603050405020304" pitchFamily="18" charset="0"/>
              </a:rPr>
              <a:t>Tejashree</a:t>
            </a:r>
            <a:r>
              <a:rPr lang="en-US" sz="2400" b="1" spc="5" dirty="0">
                <a:latin typeface="Times New Roman" panose="02020603050405020304" pitchFamily="18" charset="0"/>
                <a:ea typeface="Calibri" panose="020F0502020204030204" pitchFamily="34" charset="0"/>
                <a:cs typeface="Times New Roman" panose="02020603050405020304" pitchFamily="18" charset="0"/>
              </a:rPr>
              <a:t> </a:t>
            </a:r>
            <a:r>
              <a:rPr lang="en-US" sz="2400" b="1" dirty="0">
                <a:latin typeface="Times New Roman" panose="02020603050405020304" pitchFamily="18" charset="0"/>
                <a:ea typeface="Calibri" panose="020F0502020204030204" pitchFamily="34" charset="0"/>
                <a:cs typeface="Times New Roman" panose="02020603050405020304" pitchFamily="18" charset="0"/>
              </a:rPr>
              <a:t>S</a:t>
            </a:r>
            <a:r>
              <a:rPr lang="en-US" sz="2400" dirty="0">
                <a:latin typeface="Times New Roman" panose="02020603050405020304" pitchFamily="18" charset="0"/>
                <a:ea typeface="Calibri" panose="020F0502020204030204" pitchFamily="34" charset="0"/>
                <a:cs typeface="Times New Roman" panose="02020603050405020304" pitchFamily="18" charset="0"/>
              </a:rPr>
              <a:t>, Assistant Professor, Department of Electronics and Communication Engineering, Sai </a:t>
            </a:r>
            <a:r>
              <a:rPr lang="en-US" sz="2400" dirty="0" err="1">
                <a:latin typeface="Times New Roman" panose="02020603050405020304" pitchFamily="18" charset="0"/>
                <a:ea typeface="Calibri" panose="020F0502020204030204" pitchFamily="34" charset="0"/>
                <a:cs typeface="Times New Roman" panose="02020603050405020304" pitchFamily="18" charset="0"/>
              </a:rPr>
              <a:t>Vidya</a:t>
            </a:r>
            <a:r>
              <a:rPr lang="en-US" sz="2400" dirty="0">
                <a:latin typeface="Times New Roman" panose="02020603050405020304" pitchFamily="18" charset="0"/>
                <a:ea typeface="Calibri" panose="020F0502020204030204" pitchFamily="34" charset="0"/>
                <a:cs typeface="Times New Roman" panose="02020603050405020304" pitchFamily="18" charset="0"/>
              </a:rPr>
              <a:t> Institute of Technology for their valuable guidance during project</a:t>
            </a:r>
            <a:r>
              <a:rPr lang="en-US" sz="2400" spc="5"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a:latin typeface="Times New Roman" panose="02020603050405020304" pitchFamily="18" charset="0"/>
                <a:ea typeface="Calibri" panose="020F0502020204030204" pitchFamily="34" charset="0"/>
                <a:cs typeface="Times New Roman" panose="02020603050405020304" pitchFamily="18" charset="0"/>
              </a:rPr>
              <a:t>phases.</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endParaRPr lang="en-IN" sz="2400" dirty="0"/>
          </a:p>
        </p:txBody>
      </p:sp>
      <p:sp>
        <p:nvSpPr>
          <p:cNvPr id="4" name="Date Placeholder 3">
            <a:extLst>
              <a:ext uri="{FF2B5EF4-FFF2-40B4-BE49-F238E27FC236}">
                <a16:creationId xmlns:a16="http://schemas.microsoft.com/office/drawing/2014/main" id="{0F4C9C01-8AC5-4C35-AC57-1FF20EF7986A}"/>
              </a:ext>
            </a:extLst>
          </p:cNvPr>
          <p:cNvSpPr>
            <a:spLocks noGrp="1"/>
          </p:cNvSpPr>
          <p:nvPr>
            <p:ph type="dt" sz="half" idx="10"/>
          </p:nvPr>
        </p:nvSpPr>
        <p:spPr/>
        <p:txBody>
          <a:bodyPr/>
          <a:lstStyle/>
          <a:p>
            <a:fld id="{F17DF2E1-D98E-419B-A38D-6687E11D6264}" type="datetime1">
              <a:rPr lang="en-US" smtClean="0"/>
              <a:t>12/23/2024</a:t>
            </a:fld>
            <a:endParaRPr lang="en-IN"/>
          </a:p>
        </p:txBody>
      </p:sp>
      <p:sp>
        <p:nvSpPr>
          <p:cNvPr id="5" name="Footer Placeholder 4">
            <a:extLst>
              <a:ext uri="{FF2B5EF4-FFF2-40B4-BE49-F238E27FC236}">
                <a16:creationId xmlns:a16="http://schemas.microsoft.com/office/drawing/2014/main" id="{C2B17087-9C20-4A48-B0CF-28CB4F9C57F1}"/>
              </a:ext>
            </a:extLst>
          </p:cNvPr>
          <p:cNvSpPr>
            <a:spLocks noGrp="1"/>
          </p:cNvSpPr>
          <p:nvPr>
            <p:ph type="ftr" sz="quarter" idx="11"/>
          </p:nvPr>
        </p:nvSpPr>
        <p:spPr/>
        <p:txBody>
          <a:bodyPr/>
          <a:lstStyle/>
          <a:p>
            <a:r>
              <a:rPr lang="en-US" dirty="0"/>
              <a:t>Department of ECE,SVIT</a:t>
            </a:r>
          </a:p>
        </p:txBody>
      </p:sp>
      <p:sp>
        <p:nvSpPr>
          <p:cNvPr id="6" name="Slide Number Placeholder 5">
            <a:extLst>
              <a:ext uri="{FF2B5EF4-FFF2-40B4-BE49-F238E27FC236}">
                <a16:creationId xmlns:a16="http://schemas.microsoft.com/office/drawing/2014/main" id="{834F2D9B-C8FD-400F-9E7B-51A9E58A0322}"/>
              </a:ext>
            </a:extLst>
          </p:cNvPr>
          <p:cNvSpPr>
            <a:spLocks noGrp="1"/>
          </p:cNvSpPr>
          <p:nvPr>
            <p:ph type="sldNum" sz="quarter" idx="12"/>
          </p:nvPr>
        </p:nvSpPr>
        <p:spPr/>
        <p:txBody>
          <a:bodyPr/>
          <a:lstStyle/>
          <a:p>
            <a:fld id="{75DF2D63-3FF5-D547-96B9-BE9CCD1ABA58}" type="slidenum">
              <a:rPr lang="en-US" smtClean="0"/>
              <a:pPr/>
              <a:t>2</a:t>
            </a:fld>
            <a:endParaRPr lang="en-US" dirty="0"/>
          </a:p>
        </p:txBody>
      </p:sp>
    </p:spTree>
    <p:extLst>
      <p:ext uri="{BB962C8B-B14F-4D97-AF65-F5344CB8AC3E}">
        <p14:creationId xmlns:p14="http://schemas.microsoft.com/office/powerpoint/2010/main" val="2429888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B422-1287-FCEB-63CE-599FDC8468D8}"/>
              </a:ext>
            </a:extLst>
          </p:cNvPr>
          <p:cNvSpPr>
            <a:spLocks noGrp="1"/>
          </p:cNvSpPr>
          <p:nvPr>
            <p:ph type="title"/>
          </p:nvPr>
        </p:nvSpPr>
        <p:spPr>
          <a:xfrm>
            <a:off x="1175657" y="128016"/>
            <a:ext cx="3886200" cy="548640"/>
          </a:xfrm>
        </p:spPr>
        <p:txBody>
          <a:bodyPr>
            <a:normAutofit fontScale="90000"/>
          </a:bodyPr>
          <a:lstStyle/>
          <a:p>
            <a:r>
              <a:rPr lang="en-US" sz="3600" b="1" dirty="0">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4D038CD2-9585-7E51-5359-D52935A77DF0}"/>
              </a:ext>
            </a:extLst>
          </p:cNvPr>
          <p:cNvSpPr>
            <a:spLocks noGrp="1"/>
          </p:cNvSpPr>
          <p:nvPr>
            <p:ph idx="1"/>
          </p:nvPr>
        </p:nvSpPr>
        <p:spPr>
          <a:xfrm>
            <a:off x="692727" y="802105"/>
            <a:ext cx="4299797" cy="5546855"/>
          </a:xfrm>
        </p:spPr>
        <p:txBody>
          <a:bodyPr>
            <a:normAutofit/>
          </a:bodyPr>
          <a:lstStyle/>
          <a:p>
            <a:pPr marL="457200" indent="-457200">
              <a:lnSpc>
                <a:spcPct val="100000"/>
              </a:lnSpc>
              <a:buAutoNum type="arabicPeriod"/>
            </a:pPr>
            <a:r>
              <a:rPr lang="en-US" b="1" dirty="0">
                <a:solidFill>
                  <a:srgbClr val="002060"/>
                </a:solidFill>
                <a:latin typeface="Times New Roman" panose="02020603050405020304" pitchFamily="18" charset="0"/>
                <a:cs typeface="Times New Roman" panose="02020603050405020304" pitchFamily="18" charset="0"/>
              </a:rPr>
              <a:t>INTRODUCTION</a:t>
            </a:r>
          </a:p>
          <a:p>
            <a:pPr marL="457200" indent="-457200">
              <a:lnSpc>
                <a:spcPct val="100000"/>
              </a:lnSpc>
              <a:buAutoNum type="arabicPeriod"/>
            </a:pPr>
            <a:r>
              <a:rPr lang="en-US" b="1" dirty="0">
                <a:solidFill>
                  <a:srgbClr val="002060"/>
                </a:solidFill>
                <a:latin typeface="Times New Roman" panose="02020603050405020304" pitchFamily="18" charset="0"/>
                <a:cs typeface="Times New Roman" panose="02020603050405020304" pitchFamily="18" charset="0"/>
              </a:rPr>
              <a:t>LITERATURE SURVEY</a:t>
            </a:r>
          </a:p>
          <a:p>
            <a:pPr marL="457200" indent="-457200">
              <a:lnSpc>
                <a:spcPct val="100000"/>
              </a:lnSpc>
              <a:buAutoNum type="arabicPeriod"/>
            </a:pPr>
            <a:r>
              <a:rPr lang="en-US" b="1" dirty="0">
                <a:solidFill>
                  <a:srgbClr val="002060"/>
                </a:solidFill>
                <a:latin typeface="Times New Roman" panose="02020603050405020304" pitchFamily="18" charset="0"/>
                <a:cs typeface="Times New Roman" panose="02020603050405020304" pitchFamily="18" charset="0"/>
              </a:rPr>
              <a:t>RESEARCH GAP</a:t>
            </a:r>
          </a:p>
          <a:p>
            <a:pPr marL="457200" indent="-457200">
              <a:lnSpc>
                <a:spcPct val="100000"/>
              </a:lnSpc>
              <a:buAutoNum type="arabicPeriod"/>
            </a:pPr>
            <a:r>
              <a:rPr lang="en-US" b="1" dirty="0">
                <a:solidFill>
                  <a:srgbClr val="002060"/>
                </a:solidFill>
                <a:latin typeface="Times New Roman" panose="02020603050405020304" pitchFamily="18" charset="0"/>
                <a:cs typeface="Times New Roman" panose="02020603050405020304" pitchFamily="18" charset="0"/>
              </a:rPr>
              <a:t>PROBLEM STATEMENT</a:t>
            </a:r>
          </a:p>
          <a:p>
            <a:pPr marL="457200" indent="-457200">
              <a:lnSpc>
                <a:spcPct val="100000"/>
              </a:lnSpc>
              <a:buAutoNum type="arabicPeriod"/>
            </a:pPr>
            <a:r>
              <a:rPr lang="en-US" b="1" dirty="0">
                <a:solidFill>
                  <a:srgbClr val="002060"/>
                </a:solidFill>
                <a:latin typeface="Times New Roman" panose="02020603050405020304" pitchFamily="18" charset="0"/>
                <a:cs typeface="Times New Roman" panose="02020603050405020304" pitchFamily="18" charset="0"/>
              </a:rPr>
              <a:t>OBJECTIVES OF THE PROJECT</a:t>
            </a:r>
          </a:p>
          <a:p>
            <a:pPr marL="457200" indent="-457200">
              <a:lnSpc>
                <a:spcPct val="100000"/>
              </a:lnSpc>
              <a:buAutoNum type="arabicPeriod"/>
            </a:pPr>
            <a:r>
              <a:rPr lang="en-US" b="1" dirty="0">
                <a:solidFill>
                  <a:srgbClr val="002060"/>
                </a:solidFill>
                <a:latin typeface="Times New Roman" panose="02020603050405020304" pitchFamily="18" charset="0"/>
                <a:cs typeface="Times New Roman" panose="02020603050405020304" pitchFamily="18" charset="0"/>
              </a:rPr>
              <a:t>METHODOLOGY</a:t>
            </a:r>
          </a:p>
          <a:p>
            <a:pPr>
              <a:lnSpc>
                <a:spcPct val="100000"/>
              </a:lnSpc>
            </a:pPr>
            <a:r>
              <a:rPr lang="en-US" b="1" dirty="0">
                <a:solidFill>
                  <a:srgbClr val="002060"/>
                </a:solidFill>
                <a:latin typeface="Times New Roman" panose="02020603050405020304" pitchFamily="18" charset="0"/>
                <a:cs typeface="Times New Roman" panose="02020603050405020304" pitchFamily="18" charset="0"/>
              </a:rPr>
              <a:t>      * </a:t>
            </a:r>
            <a:r>
              <a:rPr lang="en-US" sz="1400" b="1" dirty="0">
                <a:solidFill>
                  <a:srgbClr val="002060"/>
                </a:solidFill>
                <a:latin typeface="Times New Roman" panose="02020603050405020304" pitchFamily="18" charset="0"/>
                <a:cs typeface="Times New Roman" panose="02020603050405020304" pitchFamily="18" charset="0"/>
              </a:rPr>
              <a:t>block diagram</a:t>
            </a:r>
          </a:p>
          <a:p>
            <a:pPr>
              <a:lnSpc>
                <a:spcPct val="100000"/>
              </a:lnSpc>
            </a:pPr>
            <a:r>
              <a:rPr lang="en-US" sz="1400" b="1" dirty="0">
                <a:solidFill>
                  <a:srgbClr val="002060"/>
                </a:solidFill>
                <a:latin typeface="Times New Roman" panose="02020603050405020304" pitchFamily="18" charset="0"/>
                <a:cs typeface="Times New Roman" panose="02020603050405020304" pitchFamily="18" charset="0"/>
              </a:rPr>
              <a:t>         *  flow chart</a:t>
            </a:r>
          </a:p>
          <a:p>
            <a:pPr marL="457200" indent="-457200">
              <a:lnSpc>
                <a:spcPct val="100000"/>
              </a:lnSpc>
              <a:buAutoNum type="arabicPeriod" startAt="7"/>
            </a:pPr>
            <a:r>
              <a:rPr lang="en-US" b="1" dirty="0">
                <a:solidFill>
                  <a:srgbClr val="002060"/>
                </a:solidFill>
                <a:latin typeface="Times New Roman" panose="02020603050405020304" pitchFamily="18" charset="0"/>
                <a:ea typeface="Segoe UI Black" panose="020B0A02040204020203" pitchFamily="34" charset="0"/>
                <a:cs typeface="Times New Roman" panose="02020603050405020304" pitchFamily="18" charset="0"/>
              </a:rPr>
              <a:t>Results and      discussions </a:t>
            </a:r>
          </a:p>
          <a:p>
            <a:pPr marL="457200" indent="-457200">
              <a:lnSpc>
                <a:spcPct val="100000"/>
              </a:lnSpc>
              <a:buAutoNum type="arabicPeriod" startAt="7"/>
            </a:pPr>
            <a:r>
              <a:rPr lang="en-US" b="1" dirty="0">
                <a:solidFill>
                  <a:srgbClr val="002060"/>
                </a:solidFill>
                <a:latin typeface="Times New Roman" panose="02020603050405020304" pitchFamily="18" charset="0"/>
                <a:cs typeface="Times New Roman" panose="02020603050405020304" pitchFamily="18" charset="0"/>
              </a:rPr>
              <a:t>Conclusion and Future Scope</a:t>
            </a:r>
            <a:endParaRPr lang="en-US" b="1" dirty="0">
              <a:solidFill>
                <a:srgbClr val="002060"/>
              </a:solidFill>
              <a:latin typeface="Times New Roman" panose="02020603050405020304" pitchFamily="18" charset="0"/>
              <a:ea typeface="Segoe UI Black" panose="020B0A02040204020203" pitchFamily="34" charset="0"/>
              <a:cs typeface="Times New Roman" panose="02020603050405020304" pitchFamily="18" charset="0"/>
            </a:endParaRPr>
          </a:p>
          <a:p>
            <a:pPr marL="457200" indent="-457200">
              <a:lnSpc>
                <a:spcPct val="100000"/>
              </a:lnSpc>
              <a:buAutoNum type="arabicPeriod" startAt="7"/>
            </a:pPr>
            <a:r>
              <a:rPr lang="en-US" b="1" dirty="0">
                <a:solidFill>
                  <a:srgbClr val="002060"/>
                </a:solidFill>
                <a:latin typeface="Times New Roman" panose="02020603050405020304" pitchFamily="18" charset="0"/>
                <a:ea typeface="Segoe UI Black" panose="020B0A02040204020203" pitchFamily="34" charset="0"/>
                <a:cs typeface="Times New Roman" panose="02020603050405020304" pitchFamily="18" charset="0"/>
              </a:rPr>
              <a:t>references</a:t>
            </a:r>
          </a:p>
          <a:p>
            <a:pPr marL="457200" indent="-457200">
              <a:lnSpc>
                <a:spcPct val="100000"/>
              </a:lnSpc>
              <a:buAutoNum type="arabicPeriod" startAt="7"/>
            </a:pPr>
            <a:endParaRPr lang="en-US" b="1" dirty="0">
              <a:solidFill>
                <a:srgbClr val="002060"/>
              </a:solidFill>
              <a:latin typeface="Times New Roman" panose="02020603050405020304" pitchFamily="18" charset="0"/>
              <a:ea typeface="Segoe UI Black" panose="020B0A02040204020203" pitchFamily="34"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27303BEA-3D40-AD4E-55F5-627CD1ABCBDD}"/>
              </a:ext>
            </a:extLst>
          </p:cNvPr>
          <p:cNvSpPr>
            <a:spLocks noGrp="1"/>
          </p:cNvSpPr>
          <p:nvPr>
            <p:ph type="ftr" sz="quarter" idx="12"/>
          </p:nvPr>
        </p:nvSpPr>
        <p:spPr/>
        <p:txBody>
          <a:bodyPr/>
          <a:lstStyle/>
          <a:p>
            <a:r>
              <a:rPr lang="en-US"/>
              <a:t>Department of ECE,SVIT</a:t>
            </a:r>
            <a:endParaRPr lang="en-US" dirty="0"/>
          </a:p>
        </p:txBody>
      </p:sp>
      <p:sp>
        <p:nvSpPr>
          <p:cNvPr id="8" name="Slide Number Placeholder 7">
            <a:extLst>
              <a:ext uri="{FF2B5EF4-FFF2-40B4-BE49-F238E27FC236}">
                <a16:creationId xmlns:a16="http://schemas.microsoft.com/office/drawing/2014/main" id="{F00AB71A-1433-BF4A-24C0-F821D42FA263}"/>
              </a:ext>
            </a:extLst>
          </p:cNvPr>
          <p:cNvSpPr>
            <a:spLocks noGrp="1"/>
          </p:cNvSpPr>
          <p:nvPr>
            <p:ph type="sldNum" sz="quarter" idx="11"/>
          </p:nvPr>
        </p:nvSpPr>
        <p:spPr/>
        <p:txBody>
          <a:bodyPr/>
          <a:lstStyle/>
          <a:p>
            <a:fld id="{75DF2D63-3FF5-D547-96B9-BE9CCD1ABA58}" type="slidenum">
              <a:rPr lang="en-US" smtClean="0"/>
              <a:t>3</a:t>
            </a:fld>
            <a:endParaRPr lang="en-US" dirty="0"/>
          </a:p>
        </p:txBody>
      </p:sp>
      <p:sp>
        <p:nvSpPr>
          <p:cNvPr id="4" name="Rectangle 3"/>
          <p:cNvSpPr/>
          <p:nvPr/>
        </p:nvSpPr>
        <p:spPr>
          <a:xfrm>
            <a:off x="1175657" y="1965110"/>
            <a:ext cx="611578" cy="1801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Placeholder 5"/>
          <p:cNvPicPr>
            <a:picLocks noGrp="1" noChangeAspect="1"/>
          </p:cNvPicPr>
          <p:nvPr>
            <p:ph type="pic" sz="quarter" idx="13"/>
          </p:nvPr>
        </p:nvPicPr>
        <p:blipFill>
          <a:blip r:embed="rId2"/>
          <a:srcRect t="4956" b="4956"/>
          <a:stretch>
            <a:fillRect/>
          </a:stretch>
        </p:blipFill>
        <p:spPr>
          <a:xfrm>
            <a:off x="4715256" y="1091738"/>
            <a:ext cx="6638544" cy="4480560"/>
          </a:xfrm>
          <a:prstGeom prst="rect">
            <a:avLst/>
          </a:prstGeom>
        </p:spPr>
      </p:pic>
    </p:spTree>
    <p:extLst>
      <p:ext uri="{BB962C8B-B14F-4D97-AF65-F5344CB8AC3E}">
        <p14:creationId xmlns:p14="http://schemas.microsoft.com/office/powerpoint/2010/main" val="2910866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10336-66BA-5E15-E55F-EA82C4D43830}"/>
              </a:ext>
            </a:extLst>
          </p:cNvPr>
          <p:cNvSpPr>
            <a:spLocks noGrp="1"/>
          </p:cNvSpPr>
          <p:nvPr>
            <p:ph type="title"/>
          </p:nvPr>
        </p:nvSpPr>
        <p:spPr>
          <a:xfrm>
            <a:off x="104475" y="1124503"/>
            <a:ext cx="3268579" cy="553287"/>
          </a:xfrm>
          <a:noFill/>
          <a:ln>
            <a:noFill/>
          </a:ln>
        </p:spPr>
        <p:txBody>
          <a:bodyPr anchor="t">
            <a:normAutofit fontScale="90000"/>
          </a:bodyPr>
          <a:lstStyle/>
          <a:p>
            <a:pPr algn="ctr"/>
            <a:r>
              <a:rPr lang="en-IN" sz="3600" b="1" dirty="0">
                <a:solidFill>
                  <a:schemeClr val="accent1"/>
                </a:solidFill>
                <a:latin typeface="Bookman Old Style" panose="02050604050505020204" pitchFamily="18" charset="0"/>
              </a:rPr>
              <a:t>Abstract</a:t>
            </a:r>
          </a:p>
        </p:txBody>
      </p:sp>
      <p:sp>
        <p:nvSpPr>
          <p:cNvPr id="8" name="Date Placeholder 7">
            <a:extLst>
              <a:ext uri="{FF2B5EF4-FFF2-40B4-BE49-F238E27FC236}">
                <a16:creationId xmlns:a16="http://schemas.microsoft.com/office/drawing/2014/main" id="{CE42175A-ECAC-E363-C28A-615E57BD70B9}"/>
              </a:ext>
            </a:extLst>
          </p:cNvPr>
          <p:cNvSpPr>
            <a:spLocks noGrp="1"/>
          </p:cNvSpPr>
          <p:nvPr>
            <p:ph type="dt" sz="half" idx="10"/>
          </p:nvPr>
        </p:nvSpPr>
        <p:spPr/>
        <p:txBody>
          <a:bodyPr/>
          <a:lstStyle/>
          <a:p>
            <a:fld id="{FCD0DD56-F770-4D20-B368-888E48B6BCE9}" type="datetime1">
              <a:rPr lang="en-US" smtClean="0"/>
              <a:t>12/23/2024</a:t>
            </a:fld>
            <a:endParaRPr lang="en-IN"/>
          </a:p>
        </p:txBody>
      </p:sp>
      <p:sp>
        <p:nvSpPr>
          <p:cNvPr id="10" name="Slide Number Placeholder 9">
            <a:extLst>
              <a:ext uri="{FF2B5EF4-FFF2-40B4-BE49-F238E27FC236}">
                <a16:creationId xmlns:a16="http://schemas.microsoft.com/office/drawing/2014/main" id="{E3093EEE-37D3-9692-329A-9F887BC4E49E}"/>
              </a:ext>
            </a:extLst>
          </p:cNvPr>
          <p:cNvSpPr>
            <a:spLocks noGrp="1"/>
          </p:cNvSpPr>
          <p:nvPr>
            <p:ph type="sldNum" sz="quarter" idx="12"/>
          </p:nvPr>
        </p:nvSpPr>
        <p:spPr/>
        <p:txBody>
          <a:bodyPr/>
          <a:lstStyle/>
          <a:p>
            <a:fld id="{75DF2D63-3FF5-D547-96B9-BE9CCD1ABA58}" type="slidenum">
              <a:rPr lang="en-US" smtClean="0"/>
              <a:t>4</a:t>
            </a:fld>
            <a:endParaRPr lang="en-US" dirty="0"/>
          </a:p>
        </p:txBody>
      </p:sp>
      <p:sp>
        <p:nvSpPr>
          <p:cNvPr id="6" name="Footer Placeholder 8">
            <a:extLst>
              <a:ext uri="{FF2B5EF4-FFF2-40B4-BE49-F238E27FC236}">
                <a16:creationId xmlns:a16="http://schemas.microsoft.com/office/drawing/2014/main" id="{835CFBEE-FCF6-4A2E-9D08-52F1070491A4}"/>
              </a:ext>
            </a:extLst>
          </p:cNvPr>
          <p:cNvSpPr txBox="1">
            <a:spLocks/>
          </p:cNvSpPr>
          <p:nvPr/>
        </p:nvSpPr>
        <p:spPr>
          <a:xfrm>
            <a:off x="3373054" y="6356349"/>
            <a:ext cx="41148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Department of ECE, SVIT</a:t>
            </a:r>
          </a:p>
        </p:txBody>
      </p:sp>
      <p:sp>
        <p:nvSpPr>
          <p:cNvPr id="11" name="TextBox 10">
            <a:extLst>
              <a:ext uri="{FF2B5EF4-FFF2-40B4-BE49-F238E27FC236}">
                <a16:creationId xmlns:a16="http://schemas.microsoft.com/office/drawing/2014/main" id="{E2A2D5AE-56A8-9057-40A9-7F3890265B72}"/>
              </a:ext>
            </a:extLst>
          </p:cNvPr>
          <p:cNvSpPr txBox="1"/>
          <p:nvPr/>
        </p:nvSpPr>
        <p:spPr>
          <a:xfrm>
            <a:off x="706582" y="2109033"/>
            <a:ext cx="11353800" cy="2831544"/>
          </a:xfrm>
          <a:prstGeom prst="rect">
            <a:avLst/>
          </a:prstGeom>
          <a:noFill/>
        </p:spPr>
        <p:txBody>
          <a:bodyPr wrap="square">
            <a:spAutoFit/>
          </a:bodyPr>
          <a:lstStyle/>
          <a:p>
            <a:pPr algn="just"/>
            <a:r>
              <a:rPr lang="en-US" sz="2000" b="0" i="0" u="none" strike="noStrike" baseline="0" dirty="0">
                <a:solidFill>
                  <a:srgbClr val="000000"/>
                </a:solidFill>
                <a:latin typeface="Times New Roman" panose="02020603050405020304" pitchFamily="18" charset="0"/>
                <a:cs typeface="Times New Roman" panose="02020603050405020304" pitchFamily="18" charset="0"/>
              </a:rPr>
              <a:t>The project involve the designing and implementation of dual -axis solar tracker targeted at achieving the full utilization of solar energy. Conventional solar panels are usually stationary, and this results in low energy production due to the sun's periodic change in position during the day and seasons. A dual-axis tracker achieves efficiency through the change of direction of the angle of the solar panel in the horizontal and vertical planes, thereby ensuring full exposure of the sunlight.</a:t>
            </a:r>
            <a:r>
              <a:rPr lang="en-US" sz="2000" dirty="0">
                <a:solidFill>
                  <a:srgbClr val="000000"/>
                </a:solidFill>
                <a:latin typeface="Times New Roman" panose="02020603050405020304" pitchFamily="18" charset="0"/>
                <a:cs typeface="Times New Roman" panose="02020603050405020304" pitchFamily="18" charset="0"/>
              </a:rPr>
              <a:t> The project involves researching the principles of solar energy, selecting the appropriate materials to be used, and constructing a robust frame that accommodates solar panels and tracking mechanisms. LDRs are used as sensors in detecting light intensity, which guides movement as controlled by servo motors with microcontroller in the form of </a:t>
            </a:r>
            <a:r>
              <a:rPr lang="en-IN" sz="2000" dirty="0">
                <a:solidFill>
                  <a:srgbClr val="000000"/>
                </a:solidFill>
                <a:latin typeface="Times New Roman" panose="02020603050405020304" pitchFamily="18" charset="0"/>
                <a:cs typeface="Times New Roman" panose="02020603050405020304" pitchFamily="18" charset="0"/>
              </a:rPr>
              <a:t>Arduino</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60419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84788-646A-CF90-D67D-14752A71745D}"/>
              </a:ext>
            </a:extLst>
          </p:cNvPr>
          <p:cNvSpPr>
            <a:spLocks noGrp="1"/>
          </p:cNvSpPr>
          <p:nvPr>
            <p:ph type="title"/>
          </p:nvPr>
        </p:nvSpPr>
        <p:spPr>
          <a:xfrm>
            <a:off x="838200" y="1160945"/>
            <a:ext cx="9829800" cy="614766"/>
          </a:xfrm>
        </p:spPr>
        <p:txBody>
          <a:bodyPr anchor="t">
            <a:normAutofit/>
          </a:bodyPr>
          <a:lstStyle/>
          <a:p>
            <a:r>
              <a:rPr lang="en-US" sz="3600" b="1" dirty="0">
                <a:solidFill>
                  <a:schemeClr val="accent1"/>
                </a:solidFill>
                <a:latin typeface="Bookman Old Style" panose="02050604050505020204" pitchFamily="18" charset="0"/>
              </a:rPr>
              <a:t>Introduction</a:t>
            </a:r>
          </a:p>
        </p:txBody>
      </p:sp>
      <p:sp>
        <p:nvSpPr>
          <p:cNvPr id="7" name="Date Placeholder 6">
            <a:extLst>
              <a:ext uri="{FF2B5EF4-FFF2-40B4-BE49-F238E27FC236}">
                <a16:creationId xmlns:a16="http://schemas.microsoft.com/office/drawing/2014/main" id="{0FA94F68-5398-9066-BAF6-1664C54A9F98}"/>
              </a:ext>
            </a:extLst>
          </p:cNvPr>
          <p:cNvSpPr>
            <a:spLocks noGrp="1"/>
          </p:cNvSpPr>
          <p:nvPr>
            <p:ph type="dt" sz="half" idx="10"/>
          </p:nvPr>
        </p:nvSpPr>
        <p:spPr/>
        <p:txBody>
          <a:bodyPr/>
          <a:lstStyle/>
          <a:p>
            <a:fld id="{837C5778-4432-4171-A015-B4A11EF35A79}" type="datetime1">
              <a:rPr lang="en-US" smtClean="0"/>
              <a:t>12/23/2024</a:t>
            </a:fld>
            <a:endParaRPr lang="en-IN"/>
          </a:p>
        </p:txBody>
      </p:sp>
      <p:sp>
        <p:nvSpPr>
          <p:cNvPr id="8" name="Footer Placeholder 7">
            <a:extLst>
              <a:ext uri="{FF2B5EF4-FFF2-40B4-BE49-F238E27FC236}">
                <a16:creationId xmlns:a16="http://schemas.microsoft.com/office/drawing/2014/main" id="{19F60987-1347-85E8-9C62-0F43C8DD6B5F}"/>
              </a:ext>
            </a:extLst>
          </p:cNvPr>
          <p:cNvSpPr>
            <a:spLocks noGrp="1"/>
          </p:cNvSpPr>
          <p:nvPr>
            <p:ph type="ftr" sz="quarter" idx="11"/>
          </p:nvPr>
        </p:nvSpPr>
        <p:spPr/>
        <p:txBody>
          <a:bodyPr/>
          <a:lstStyle/>
          <a:p>
            <a:r>
              <a:rPr lang="en-US"/>
              <a:t>Department of ECE,SVIT</a:t>
            </a:r>
            <a:endParaRPr lang="en-US" dirty="0"/>
          </a:p>
        </p:txBody>
      </p:sp>
      <p:sp>
        <p:nvSpPr>
          <p:cNvPr id="10" name="Slide Number Placeholder 9">
            <a:extLst>
              <a:ext uri="{FF2B5EF4-FFF2-40B4-BE49-F238E27FC236}">
                <a16:creationId xmlns:a16="http://schemas.microsoft.com/office/drawing/2014/main" id="{C3D69477-0FA1-4219-3CD4-DE2559C99A7A}"/>
              </a:ext>
            </a:extLst>
          </p:cNvPr>
          <p:cNvSpPr>
            <a:spLocks noGrp="1"/>
          </p:cNvSpPr>
          <p:nvPr>
            <p:ph type="sldNum" sz="quarter" idx="12"/>
          </p:nvPr>
        </p:nvSpPr>
        <p:spPr/>
        <p:txBody>
          <a:bodyPr/>
          <a:lstStyle/>
          <a:p>
            <a:fld id="{75DF2D63-3FF5-D547-96B9-BE9CCD1ABA58}" type="slidenum">
              <a:rPr lang="en-US" smtClean="0"/>
              <a:pPr/>
              <a:t>5</a:t>
            </a:fld>
            <a:endParaRPr lang="en-US" dirty="0"/>
          </a:p>
        </p:txBody>
      </p:sp>
      <p:sp>
        <p:nvSpPr>
          <p:cNvPr id="4" name="TextBox 3">
            <a:extLst>
              <a:ext uri="{FF2B5EF4-FFF2-40B4-BE49-F238E27FC236}">
                <a16:creationId xmlns:a16="http://schemas.microsoft.com/office/drawing/2014/main" id="{49E1822E-D59D-E274-A7F5-30EEF0D0519D}"/>
              </a:ext>
            </a:extLst>
          </p:cNvPr>
          <p:cNvSpPr txBox="1"/>
          <p:nvPr/>
        </p:nvSpPr>
        <p:spPr>
          <a:xfrm>
            <a:off x="741218" y="1775711"/>
            <a:ext cx="11353800" cy="3447098"/>
          </a:xfrm>
          <a:prstGeom prst="rect">
            <a:avLst/>
          </a:prstGeom>
          <a:noFill/>
        </p:spPr>
        <p:txBody>
          <a:bodyPr wrap="square">
            <a:spAutoFit/>
          </a:bodyPr>
          <a:lstStyle/>
          <a:p>
            <a:r>
              <a:rPr lang="en-US" b="1" dirty="0"/>
              <a:t> </a:t>
            </a:r>
            <a:endParaRPr lang="en-IN" dirty="0"/>
          </a:p>
          <a:p>
            <a:pPr algn="just"/>
            <a:r>
              <a:rPr lang="en-US" sz="2000" dirty="0">
                <a:latin typeface="Times New Roman" panose="02020603050405020304" pitchFamily="18" charset="0"/>
                <a:cs typeface="Times New Roman" panose="02020603050405020304" pitchFamily="18" charset="0"/>
              </a:rPr>
              <a:t>Solar energy is well known as an unrestricted, endless source, and involves no pollution  or greenhouse gases emission. Converting solar energy into electrical energy signifies one of the favorable technologies, providing dirt-free, dependable with negligible environmental impact. </a:t>
            </a:r>
            <a:endParaRPr lang="en-US" sz="20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2000" b="0" i="0" u="none" strike="noStrike" baseline="0" dirty="0">
                <a:solidFill>
                  <a:srgbClr val="000000"/>
                </a:solidFill>
                <a:latin typeface="Times New Roman" panose="02020603050405020304" pitchFamily="18" charset="0"/>
                <a:cs typeface="Times New Roman" panose="02020603050405020304" pitchFamily="18" charset="0"/>
              </a:rPr>
              <a:t>The dual axis trackers collect energy from the sun from the East, West, North, and South angles. They function on two axes –‘primary’ and ‘secondary’. </a:t>
            </a:r>
          </a:p>
          <a:p>
            <a:pPr algn="just"/>
            <a:r>
              <a:rPr lang="en-US" sz="2000" b="0" i="0" u="none" strike="noStrike" baseline="0" dirty="0">
                <a:solidFill>
                  <a:srgbClr val="000000"/>
                </a:solidFill>
                <a:latin typeface="Times New Roman" panose="02020603050405020304" pitchFamily="18" charset="0"/>
                <a:cs typeface="Times New Roman" panose="02020603050405020304" pitchFamily="18" charset="0"/>
              </a:rPr>
              <a:t>One axis helps the solar tracker to move from East to West, and the other helps the tracker to move from North to South. Hence, they are known as ‘dual-axis’ solar trackers.</a:t>
            </a:r>
          </a:p>
          <a:p>
            <a:pPr algn="just"/>
            <a:r>
              <a:rPr lang="en-US" sz="2000" dirty="0">
                <a:solidFill>
                  <a:srgbClr val="000000"/>
                </a:solidFill>
                <a:latin typeface="Times New Roman" panose="02020603050405020304" pitchFamily="18" charset="0"/>
                <a:cs typeface="Times New Roman" panose="02020603050405020304" pitchFamily="18" charset="0"/>
              </a:rPr>
              <a:t>T</a:t>
            </a:r>
            <a:r>
              <a:rPr lang="en-US" sz="2000" b="0" i="0" u="none" strike="noStrike" baseline="0" dirty="0">
                <a:solidFill>
                  <a:srgbClr val="000000"/>
                </a:solidFill>
                <a:latin typeface="Times New Roman" panose="02020603050405020304" pitchFamily="18" charset="0"/>
                <a:cs typeface="Times New Roman" panose="02020603050405020304" pitchFamily="18" charset="0"/>
              </a:rPr>
              <a:t>he dual axis trackers can generate up to 40% more electricity than the unmovable solar panel systems that stay at a fixed position. </a:t>
            </a:r>
          </a:p>
          <a:p>
            <a:pPr algn="just"/>
            <a:r>
              <a:rPr lang="en-US" sz="2000" b="0" i="0" u="none" strike="noStrike" baseline="0" dirty="0">
                <a:solidFill>
                  <a:srgbClr val="000000"/>
                </a:solidFill>
                <a:latin typeface="Times New Roman" panose="02020603050405020304" pitchFamily="18" charset="0"/>
                <a:cs typeface="Times New Roman" panose="02020603050405020304" pitchFamily="18" charset="0"/>
              </a:rPr>
              <a:t>Besides, due to its movement in all directions, a dual axis tracker is quite flexible</a:t>
            </a:r>
            <a:r>
              <a:rPr lang="en-US" sz="2000" b="0" i="0" u="none" strike="noStrike" baseline="0" dirty="0">
                <a:solidFill>
                  <a:srgbClr val="000000"/>
                </a:solidFill>
                <a:latin typeface="Times New Roman" panose="02020603050405020304" pitchFamily="18" charset="0"/>
              </a:rPr>
              <a:t>. </a:t>
            </a:r>
            <a:endParaRPr lang="en-IN" dirty="0"/>
          </a:p>
        </p:txBody>
      </p:sp>
    </p:spTree>
    <p:extLst>
      <p:ext uri="{BB962C8B-B14F-4D97-AF65-F5344CB8AC3E}">
        <p14:creationId xmlns:p14="http://schemas.microsoft.com/office/powerpoint/2010/main" val="2810133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DE484-3295-9D9E-7ACF-3225AB657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2A63D-D2E0-233A-C835-FC904B7F5CD9}"/>
              </a:ext>
            </a:extLst>
          </p:cNvPr>
          <p:cNvSpPr>
            <a:spLocks noGrp="1"/>
          </p:cNvSpPr>
          <p:nvPr>
            <p:ph type="title"/>
          </p:nvPr>
        </p:nvSpPr>
        <p:spPr>
          <a:xfrm>
            <a:off x="653144" y="337056"/>
            <a:ext cx="9829800" cy="552773"/>
          </a:xfrm>
        </p:spPr>
        <p:txBody>
          <a:bodyPr>
            <a:normAutofit fontScale="90000"/>
          </a:bodyPr>
          <a:lstStyle/>
          <a:p>
            <a:r>
              <a:rPr lang="en-US" sz="3600" b="1" dirty="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0AF6C66-AB7D-C3BC-623B-2DB7DF1790F1}"/>
              </a:ext>
            </a:extLst>
          </p:cNvPr>
          <p:cNvGraphicFramePr>
            <a:graphicFrameLocks noGrp="1"/>
          </p:cNvGraphicFramePr>
          <p:nvPr>
            <p:extLst>
              <p:ext uri="{D42A27DB-BD31-4B8C-83A1-F6EECF244321}">
                <p14:modId xmlns:p14="http://schemas.microsoft.com/office/powerpoint/2010/main" val="1922330413"/>
              </p:ext>
            </p:extLst>
          </p:nvPr>
        </p:nvGraphicFramePr>
        <p:xfrm>
          <a:off x="653144" y="978568"/>
          <a:ext cx="11288487" cy="5377782"/>
        </p:xfrm>
        <a:graphic>
          <a:graphicData uri="http://schemas.openxmlformats.org/drawingml/2006/table">
            <a:tbl>
              <a:tblPr firstRow="1" bandRow="1">
                <a:tableStyleId>{17292A2E-F333-43FB-9621-5CBBE7FDCDCB}</a:tableStyleId>
              </a:tblPr>
              <a:tblGrid>
                <a:gridCol w="851223">
                  <a:extLst>
                    <a:ext uri="{9D8B030D-6E8A-4147-A177-3AD203B41FA5}">
                      <a16:colId xmlns:a16="http://schemas.microsoft.com/office/drawing/2014/main" val="4286766254"/>
                    </a:ext>
                  </a:extLst>
                </a:gridCol>
                <a:gridCol w="3302618">
                  <a:extLst>
                    <a:ext uri="{9D8B030D-6E8A-4147-A177-3AD203B41FA5}">
                      <a16:colId xmlns:a16="http://schemas.microsoft.com/office/drawing/2014/main" val="4026942677"/>
                    </a:ext>
                  </a:extLst>
                </a:gridCol>
                <a:gridCol w="3823668">
                  <a:extLst>
                    <a:ext uri="{9D8B030D-6E8A-4147-A177-3AD203B41FA5}">
                      <a16:colId xmlns:a16="http://schemas.microsoft.com/office/drawing/2014/main" val="34356830"/>
                    </a:ext>
                  </a:extLst>
                </a:gridCol>
                <a:gridCol w="3310978">
                  <a:extLst>
                    <a:ext uri="{9D8B030D-6E8A-4147-A177-3AD203B41FA5}">
                      <a16:colId xmlns:a16="http://schemas.microsoft.com/office/drawing/2014/main" val="2494370522"/>
                    </a:ext>
                  </a:extLst>
                </a:gridCol>
              </a:tblGrid>
              <a:tr h="768255">
                <a:tc>
                  <a:txBody>
                    <a:bodyPr/>
                    <a:lstStyle/>
                    <a:p>
                      <a:pPr algn="ctr"/>
                      <a:r>
                        <a:rPr lang="en-IN" sz="2000" dirty="0" err="1">
                          <a:solidFill>
                            <a:schemeClr val="tx1"/>
                          </a:solidFill>
                          <a:latin typeface="Times New Roman" panose="02020603050405020304" pitchFamily="18" charset="0"/>
                          <a:cs typeface="Times New Roman" panose="02020603050405020304" pitchFamily="18" charset="0"/>
                        </a:rPr>
                        <a:t>Sl.No</a:t>
                      </a:r>
                      <a:r>
                        <a:rPr lang="en-IN" sz="20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Title of Paper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Advantages/Disadvantages/</a:t>
                      </a:r>
                    </a:p>
                    <a:p>
                      <a:pPr algn="ctr"/>
                      <a:r>
                        <a:rPr lang="en-IN" sz="2000" dirty="0">
                          <a:solidFill>
                            <a:schemeClr val="tx1"/>
                          </a:solidFill>
                          <a:latin typeface="Times New Roman" panose="02020603050405020304" pitchFamily="18" charset="0"/>
                          <a:cs typeface="Times New Roman" panose="02020603050405020304" pitchFamily="18" charset="0"/>
                        </a:rPr>
                        <a:t>Future scope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4906459"/>
                  </a:ext>
                </a:extLst>
              </a:tr>
              <a:tr h="4609527">
                <a:tc>
                  <a:txBody>
                    <a:bodyPr/>
                    <a:lstStyle/>
                    <a:p>
                      <a:r>
                        <a:rPr lang="en-IN" b="1" u="none" dirty="0"/>
                        <a:t>   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800" b="1" i="0" u="none" strike="noStrike" baseline="0" dirty="0">
                          <a:solidFill>
                            <a:srgbClr val="000000"/>
                          </a:solidFill>
                          <a:latin typeface="Times New Roman" panose="02020603050405020304" pitchFamily="18" charset="0"/>
                        </a:rPr>
                        <a:t>Design And Control Of A Wave-driven Solar Tracker</a:t>
                      </a:r>
                      <a:r>
                        <a:rPr lang="en-US" sz="1800" b="0" i="0" u="none" strike="noStrike" baseline="0" dirty="0">
                          <a:solidFill>
                            <a:srgbClr val="000000"/>
                          </a:solidFill>
                          <a:latin typeface="Times New Roman" panose="02020603050405020304" pitchFamily="18" charset="0"/>
                        </a:rPr>
                        <a:t>	</a:t>
                      </a:r>
                    </a:p>
                    <a:p>
                      <a:pPr algn="just"/>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800" b="1" i="0" u="none" strike="noStrike" baseline="0" dirty="0">
                          <a:solidFill>
                            <a:srgbClr val="000000"/>
                          </a:solidFill>
                          <a:latin typeface="Times New Roman" panose="02020603050405020304" pitchFamily="18" charset="0"/>
                        </a:rPr>
                        <a:t>In This Paper, A Novel Dual-axis Wave Driven Solar Tracker Is Proposed Where The Photovoltaic (PV) Panel Is Adjusted By The Inertia Force And Gravity. </a:t>
                      </a:r>
                      <a:r>
                        <a:rPr lang="en-US" sz="1800" b="0" i="0" u="none" strike="noStrike" baseline="0" dirty="0">
                          <a:solidFill>
                            <a:srgbClr val="000000"/>
                          </a:solidFill>
                          <a:latin typeface="Times New Roman" panose="02020603050405020304" pitchFamily="18" charset="0"/>
                        </a:rPr>
                        <a:t>	</a:t>
                      </a:r>
                    </a:p>
                    <a:p>
                      <a:pPr algn="just"/>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IN" sz="1800" b="1" i="0" u="none" strike="noStrike" baseline="0" dirty="0">
                          <a:solidFill>
                            <a:schemeClr val="accent2"/>
                          </a:solidFill>
                          <a:latin typeface="Times New Roman" panose="02020603050405020304" pitchFamily="18" charset="0"/>
                        </a:rPr>
                        <a:t>ADVANTAGES:</a:t>
                      </a:r>
                    </a:p>
                    <a:p>
                      <a:pPr algn="just"/>
                      <a:r>
                        <a:rPr lang="en-IN" sz="1800" b="1" i="0" u="none" strike="noStrike" baseline="0" dirty="0">
                          <a:solidFill>
                            <a:srgbClr val="000000"/>
                          </a:solidFill>
                          <a:latin typeface="Times New Roman" panose="02020603050405020304" pitchFamily="18" charset="0"/>
                        </a:rPr>
                        <a:t>Enhanced Energy Efficiency</a:t>
                      </a:r>
                      <a:endParaRPr lang="en-IN" sz="1800" b="0" i="0" u="none" strike="noStrike" baseline="0" dirty="0">
                        <a:solidFill>
                          <a:srgbClr val="000000"/>
                        </a:solidFill>
                        <a:latin typeface="Times New Roman" panose="02020603050405020304" pitchFamily="18" charset="0"/>
                      </a:endParaRPr>
                    </a:p>
                    <a:p>
                      <a:pPr algn="just"/>
                      <a:r>
                        <a:rPr lang="en-IN" sz="1800" b="1" i="0" u="none" strike="noStrike" baseline="0" dirty="0">
                          <a:solidFill>
                            <a:srgbClr val="000000"/>
                          </a:solidFill>
                          <a:latin typeface="Times New Roman" panose="02020603050405020304" pitchFamily="18" charset="0"/>
                        </a:rPr>
                        <a:t>Sustainability</a:t>
                      </a:r>
                      <a:endParaRPr lang="en-IN" sz="1800" b="0" i="0" u="none" strike="noStrike" baseline="0" dirty="0">
                        <a:solidFill>
                          <a:srgbClr val="000000"/>
                        </a:solidFill>
                        <a:latin typeface="Times New Roman" panose="02020603050405020304" pitchFamily="18" charset="0"/>
                      </a:endParaRPr>
                    </a:p>
                    <a:p>
                      <a:pPr algn="just"/>
                      <a:r>
                        <a:rPr lang="en-IN" sz="1800" b="1" i="0" u="none" strike="noStrike" baseline="0" dirty="0">
                          <a:solidFill>
                            <a:srgbClr val="000000"/>
                          </a:solidFill>
                          <a:latin typeface="Times New Roman" panose="02020603050405020304" pitchFamily="18" charset="0"/>
                        </a:rPr>
                        <a:t>Cost-effectiveness</a:t>
                      </a:r>
                      <a:endParaRPr lang="en-IN" sz="1800" b="0" i="0" u="none" strike="noStrike" baseline="0" dirty="0">
                        <a:solidFill>
                          <a:srgbClr val="000000"/>
                        </a:solidFill>
                        <a:latin typeface="Times New Roman" panose="02020603050405020304" pitchFamily="18" charset="0"/>
                      </a:endParaRPr>
                    </a:p>
                    <a:p>
                      <a:pPr algn="just"/>
                      <a:r>
                        <a:rPr lang="en-IN" sz="1800" b="1" i="0" u="none" strike="noStrike" baseline="0" dirty="0">
                          <a:solidFill>
                            <a:schemeClr val="accent2"/>
                          </a:solidFill>
                          <a:latin typeface="Times New Roman" panose="02020603050405020304" pitchFamily="18" charset="0"/>
                        </a:rPr>
                        <a:t>DISADVANTAGES:</a:t>
                      </a:r>
                    </a:p>
                    <a:p>
                      <a:pPr algn="just"/>
                      <a:r>
                        <a:rPr lang="en-IN" sz="1800" b="1" i="0" u="none" strike="noStrike" baseline="0" dirty="0">
                          <a:solidFill>
                            <a:srgbClr val="000000"/>
                          </a:solidFill>
                          <a:latin typeface="Times New Roman" panose="02020603050405020304" pitchFamily="18" charset="0"/>
                        </a:rPr>
                        <a:t>Complexity</a:t>
                      </a:r>
                      <a:endParaRPr lang="en-IN" sz="1800" b="0" i="0" u="none" strike="noStrike" baseline="0" dirty="0">
                        <a:solidFill>
                          <a:srgbClr val="000000"/>
                        </a:solidFill>
                        <a:latin typeface="Times New Roman" panose="02020603050405020304" pitchFamily="18" charset="0"/>
                      </a:endParaRPr>
                    </a:p>
                    <a:p>
                      <a:pPr algn="just"/>
                      <a:r>
                        <a:rPr lang="en-IN" sz="1800" b="1" i="0" u="none" strike="noStrike" baseline="0" dirty="0">
                          <a:solidFill>
                            <a:srgbClr val="000000"/>
                          </a:solidFill>
                          <a:latin typeface="Times New Roman" panose="02020603050405020304" pitchFamily="18" charset="0"/>
                        </a:rPr>
                        <a:t>Maintenance Challenges</a:t>
                      </a:r>
                      <a:endParaRPr lang="en-IN" sz="1800" b="0" i="0" u="none" strike="noStrike" baseline="0" dirty="0">
                        <a:solidFill>
                          <a:srgbClr val="000000"/>
                        </a:solidFill>
                        <a:latin typeface="Times New Roman" panose="02020603050405020304" pitchFamily="18" charset="0"/>
                      </a:endParaRPr>
                    </a:p>
                    <a:p>
                      <a:pPr algn="just"/>
                      <a:r>
                        <a:rPr lang="en-IN" sz="1800" b="1" i="0" u="none" strike="noStrike" baseline="0" dirty="0">
                          <a:solidFill>
                            <a:srgbClr val="000000"/>
                          </a:solidFill>
                          <a:latin typeface="Times New Roman" panose="02020603050405020304" pitchFamily="18" charset="0"/>
                        </a:rPr>
                        <a:t>Environmental Impact</a:t>
                      </a:r>
                      <a:r>
                        <a:rPr lang="en-IN" sz="1800" b="0" i="0" u="none" strike="noStrike" baseline="0" dirty="0">
                          <a:solidFill>
                            <a:srgbClr val="000000"/>
                          </a:solidFill>
                          <a:latin typeface="Times New Roman" panose="02020603050405020304" pitchFamily="18" charset="0"/>
                        </a:rPr>
                        <a:t>	</a:t>
                      </a:r>
                    </a:p>
                    <a:p>
                      <a:pPr algn="just"/>
                      <a:r>
                        <a:rPr lang="en-IN" sz="1800" b="0" i="0" u="none" strike="noStrike" baseline="0" dirty="0">
                          <a:solidFill>
                            <a:schemeClr val="accent2"/>
                          </a:solidFill>
                          <a:latin typeface="Times New Roman" panose="02020603050405020304" pitchFamily="18" charset="0"/>
                        </a:rPr>
                        <a:t>FUTURE SCOPE</a:t>
                      </a:r>
                      <a:r>
                        <a:rPr lang="en-IN" sz="1800" b="0" i="0" u="none" strike="noStrike" baseline="0" dirty="0">
                          <a:solidFill>
                            <a:srgbClr val="000000"/>
                          </a:solidFill>
                          <a:latin typeface="Times New Roman" panose="02020603050405020304" pitchFamily="18" charset="0"/>
                        </a:rPr>
                        <a:t>:</a:t>
                      </a:r>
                    </a:p>
                    <a:p>
                      <a:pPr algn="just"/>
                      <a:r>
                        <a:rPr lang="en-US" sz="1800" b="1" i="0" u="none" strike="noStrike" baseline="0" dirty="0">
                          <a:solidFill>
                            <a:srgbClr val="000000"/>
                          </a:solidFill>
                          <a:latin typeface="Times New Roman" panose="02020603050405020304" pitchFamily="18" charset="0"/>
                        </a:rPr>
                        <a:t>Future Research Will Address The System Identification Problem And Enable The Model Parameters To Be Updated Automatically</a:t>
                      </a:r>
                      <a:r>
                        <a:rPr lang="en-US" sz="1800" b="0" i="0" u="none" strike="noStrike" baseline="0" dirty="0">
                          <a:solidFill>
                            <a:srgbClr val="000000"/>
                          </a:solidFill>
                          <a:latin typeface="Times New Roman" panose="02020603050405020304" pitchFamily="18" charset="0"/>
                        </a:rPr>
                        <a:t>	</a:t>
                      </a:r>
                    </a:p>
                    <a:p>
                      <a:pPr algn="just"/>
                      <a:endParaRPr lang="en-IN" sz="1800" b="0" i="0" u="none" strike="noStrike" baseline="0" dirty="0">
                        <a:solidFill>
                          <a:srgbClr val="000000"/>
                        </a:solidFill>
                        <a:latin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0556917"/>
                  </a:ext>
                </a:extLst>
              </a:tr>
            </a:tbl>
          </a:graphicData>
        </a:graphic>
      </p:graphicFrame>
      <p:sp>
        <p:nvSpPr>
          <p:cNvPr id="9" name="Date Placeholder 8">
            <a:extLst>
              <a:ext uri="{FF2B5EF4-FFF2-40B4-BE49-F238E27FC236}">
                <a16:creationId xmlns:a16="http://schemas.microsoft.com/office/drawing/2014/main" id="{0B072962-6EF0-E53C-C164-1C5CEC1BDC4F}"/>
              </a:ext>
            </a:extLst>
          </p:cNvPr>
          <p:cNvSpPr>
            <a:spLocks noGrp="1"/>
          </p:cNvSpPr>
          <p:nvPr>
            <p:ph type="dt" sz="half" idx="10"/>
          </p:nvPr>
        </p:nvSpPr>
        <p:spPr/>
        <p:txBody>
          <a:bodyPr/>
          <a:lstStyle/>
          <a:p>
            <a:fld id="{4718BECF-08E3-47D4-A813-33D25A7E0CB9}" type="datetime1">
              <a:rPr lang="en-US" smtClean="0"/>
              <a:t>12/23/2024</a:t>
            </a:fld>
            <a:endParaRPr lang="en-IN"/>
          </a:p>
        </p:txBody>
      </p:sp>
      <p:sp>
        <p:nvSpPr>
          <p:cNvPr id="10" name="Footer Placeholder 9">
            <a:extLst>
              <a:ext uri="{FF2B5EF4-FFF2-40B4-BE49-F238E27FC236}">
                <a16:creationId xmlns:a16="http://schemas.microsoft.com/office/drawing/2014/main" id="{74504948-F2C8-75D3-CB84-8CD8C3BF4315}"/>
              </a:ext>
            </a:extLst>
          </p:cNvPr>
          <p:cNvSpPr>
            <a:spLocks noGrp="1"/>
          </p:cNvSpPr>
          <p:nvPr>
            <p:ph type="ftr" sz="quarter" idx="11"/>
          </p:nvPr>
        </p:nvSpPr>
        <p:spPr/>
        <p:txBody>
          <a:bodyPr/>
          <a:lstStyle/>
          <a:p>
            <a:r>
              <a:rPr lang="en-US"/>
              <a:t>Department of ECE,SVIT</a:t>
            </a:r>
            <a:endParaRPr lang="en-US" dirty="0"/>
          </a:p>
        </p:txBody>
      </p:sp>
      <p:sp>
        <p:nvSpPr>
          <p:cNvPr id="11" name="Slide Number Placeholder 10">
            <a:extLst>
              <a:ext uri="{FF2B5EF4-FFF2-40B4-BE49-F238E27FC236}">
                <a16:creationId xmlns:a16="http://schemas.microsoft.com/office/drawing/2014/main" id="{D33E79D2-20AC-3E04-C222-182671E86359}"/>
              </a:ext>
            </a:extLst>
          </p:cNvPr>
          <p:cNvSpPr>
            <a:spLocks noGrp="1"/>
          </p:cNvSpPr>
          <p:nvPr>
            <p:ph type="sldNum" sz="quarter" idx="12"/>
          </p:nvPr>
        </p:nvSpPr>
        <p:spPr/>
        <p:txBody>
          <a:bodyPr/>
          <a:lstStyle/>
          <a:p>
            <a:fld id="{75DF2D63-3FF5-D547-96B9-BE9CCD1ABA58}" type="slidenum">
              <a:rPr lang="en-US" smtClean="0"/>
              <a:pPr/>
              <a:t>6</a:t>
            </a:fld>
            <a:endParaRPr lang="en-US" dirty="0"/>
          </a:p>
        </p:txBody>
      </p:sp>
    </p:spTree>
    <p:extLst>
      <p:ext uri="{BB962C8B-B14F-4D97-AF65-F5344CB8AC3E}">
        <p14:creationId xmlns:p14="http://schemas.microsoft.com/office/powerpoint/2010/main" val="171597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12C46-D65A-2D15-C55A-0D50F37922D6}"/>
              </a:ext>
            </a:extLst>
          </p:cNvPr>
          <p:cNvSpPr>
            <a:spLocks noGrp="1"/>
          </p:cNvSpPr>
          <p:nvPr>
            <p:ph type="title"/>
          </p:nvPr>
        </p:nvSpPr>
        <p:spPr>
          <a:xfrm>
            <a:off x="838200" y="0"/>
            <a:ext cx="10515600" cy="866274"/>
          </a:xfrm>
        </p:spPr>
        <p:txBody>
          <a:bodyPr>
            <a:normAutofit/>
          </a:bodyPr>
          <a:lstStyle/>
          <a:p>
            <a:r>
              <a:rPr lang="en-IN" sz="3200" b="1" dirty="0">
                <a:latin typeface="Times New Roman" panose="02020603050405020304" pitchFamily="18" charset="0"/>
                <a:cs typeface="Times New Roman" panose="02020603050405020304" pitchFamily="18" charset="0"/>
              </a:rPr>
              <a:t>Literature survey</a:t>
            </a:r>
          </a:p>
        </p:txBody>
      </p:sp>
      <p:sp>
        <p:nvSpPr>
          <p:cNvPr id="4" name="Date Placeholder 3">
            <a:extLst>
              <a:ext uri="{FF2B5EF4-FFF2-40B4-BE49-F238E27FC236}">
                <a16:creationId xmlns:a16="http://schemas.microsoft.com/office/drawing/2014/main" id="{06C10536-F47B-9A9C-0E0E-43D46BCCF4B2}"/>
              </a:ext>
            </a:extLst>
          </p:cNvPr>
          <p:cNvSpPr>
            <a:spLocks noGrp="1"/>
          </p:cNvSpPr>
          <p:nvPr>
            <p:ph type="dt" sz="half" idx="10"/>
          </p:nvPr>
        </p:nvSpPr>
        <p:spPr/>
        <p:txBody>
          <a:bodyPr/>
          <a:lstStyle/>
          <a:p>
            <a:fld id="{6B615189-E5EF-4940-BDE9-99F45047E315}" type="datetime1">
              <a:rPr lang="en-US" smtClean="0"/>
              <a:t>12/23/2024</a:t>
            </a:fld>
            <a:endParaRPr lang="en-IN"/>
          </a:p>
        </p:txBody>
      </p:sp>
      <p:sp>
        <p:nvSpPr>
          <p:cNvPr id="5" name="Footer Placeholder 4">
            <a:extLst>
              <a:ext uri="{FF2B5EF4-FFF2-40B4-BE49-F238E27FC236}">
                <a16:creationId xmlns:a16="http://schemas.microsoft.com/office/drawing/2014/main" id="{1C445685-F15E-7255-1D0E-9536ADB815F3}"/>
              </a:ext>
            </a:extLst>
          </p:cNvPr>
          <p:cNvSpPr>
            <a:spLocks noGrp="1"/>
          </p:cNvSpPr>
          <p:nvPr>
            <p:ph type="ftr" sz="quarter" idx="11"/>
          </p:nvPr>
        </p:nvSpPr>
        <p:spPr/>
        <p:txBody>
          <a:bodyPr/>
          <a:lstStyle/>
          <a:p>
            <a:r>
              <a:rPr lang="en-US"/>
              <a:t>Department of ECE,SVIT</a:t>
            </a:r>
            <a:endParaRPr lang="en-US" dirty="0"/>
          </a:p>
        </p:txBody>
      </p:sp>
      <p:sp>
        <p:nvSpPr>
          <p:cNvPr id="6" name="Slide Number Placeholder 5">
            <a:extLst>
              <a:ext uri="{FF2B5EF4-FFF2-40B4-BE49-F238E27FC236}">
                <a16:creationId xmlns:a16="http://schemas.microsoft.com/office/drawing/2014/main" id="{069E6E18-426B-A119-171A-46C77266BBEA}"/>
              </a:ext>
            </a:extLst>
          </p:cNvPr>
          <p:cNvSpPr>
            <a:spLocks noGrp="1"/>
          </p:cNvSpPr>
          <p:nvPr>
            <p:ph type="sldNum" sz="quarter" idx="12"/>
          </p:nvPr>
        </p:nvSpPr>
        <p:spPr/>
        <p:txBody>
          <a:bodyPr/>
          <a:lstStyle/>
          <a:p>
            <a:fld id="{75DF2D63-3FF5-D547-96B9-BE9CCD1ABA58}" type="slidenum">
              <a:rPr lang="en-US" smtClean="0"/>
              <a:pPr/>
              <a:t>7</a:t>
            </a:fld>
            <a:endParaRPr lang="en-US" dirty="0"/>
          </a:p>
        </p:txBody>
      </p:sp>
      <p:graphicFrame>
        <p:nvGraphicFramePr>
          <p:cNvPr id="7" name="Content Placeholder 6">
            <a:extLst>
              <a:ext uri="{FF2B5EF4-FFF2-40B4-BE49-F238E27FC236}">
                <a16:creationId xmlns:a16="http://schemas.microsoft.com/office/drawing/2014/main" id="{0D6876E9-1340-A01E-82A9-D8079DB2A428}"/>
              </a:ext>
            </a:extLst>
          </p:cNvPr>
          <p:cNvGraphicFramePr>
            <a:graphicFrameLocks noGrp="1"/>
          </p:cNvGraphicFramePr>
          <p:nvPr>
            <p:ph idx="1"/>
            <p:extLst>
              <p:ext uri="{D42A27DB-BD31-4B8C-83A1-F6EECF244321}">
                <p14:modId xmlns:p14="http://schemas.microsoft.com/office/powerpoint/2010/main" val="3797900156"/>
              </p:ext>
            </p:extLst>
          </p:nvPr>
        </p:nvGraphicFramePr>
        <p:xfrm>
          <a:off x="613611" y="866274"/>
          <a:ext cx="11051189" cy="5476774"/>
        </p:xfrm>
        <a:graphic>
          <a:graphicData uri="http://schemas.openxmlformats.org/drawingml/2006/table">
            <a:tbl>
              <a:tblPr firstRow="1" bandRow="1">
                <a:tableStyleId>{17292A2E-F333-43FB-9621-5CBBE7FDCDCB}</a:tableStyleId>
              </a:tblPr>
              <a:tblGrid>
                <a:gridCol w="825817">
                  <a:extLst>
                    <a:ext uri="{9D8B030D-6E8A-4147-A177-3AD203B41FA5}">
                      <a16:colId xmlns:a16="http://schemas.microsoft.com/office/drawing/2014/main" val="4286766254"/>
                    </a:ext>
                  </a:extLst>
                </a:gridCol>
                <a:gridCol w="3235570">
                  <a:extLst>
                    <a:ext uri="{9D8B030D-6E8A-4147-A177-3AD203B41FA5}">
                      <a16:colId xmlns:a16="http://schemas.microsoft.com/office/drawing/2014/main" val="4026942677"/>
                    </a:ext>
                  </a:extLst>
                </a:gridCol>
                <a:gridCol w="3615397">
                  <a:extLst>
                    <a:ext uri="{9D8B030D-6E8A-4147-A177-3AD203B41FA5}">
                      <a16:colId xmlns:a16="http://schemas.microsoft.com/office/drawing/2014/main" val="34356830"/>
                    </a:ext>
                  </a:extLst>
                </a:gridCol>
                <a:gridCol w="3374405">
                  <a:extLst>
                    <a:ext uri="{9D8B030D-6E8A-4147-A177-3AD203B41FA5}">
                      <a16:colId xmlns:a16="http://schemas.microsoft.com/office/drawing/2014/main" val="2494370522"/>
                    </a:ext>
                  </a:extLst>
                </a:gridCol>
              </a:tblGrid>
              <a:tr h="721894">
                <a:tc>
                  <a:txBody>
                    <a:bodyPr/>
                    <a:lstStyle/>
                    <a:p>
                      <a:pPr algn="ctr"/>
                      <a:r>
                        <a:rPr lang="en-IN" sz="2000" dirty="0" err="1">
                          <a:solidFill>
                            <a:schemeClr val="tx1"/>
                          </a:solidFill>
                          <a:latin typeface="Times New Roman" panose="02020603050405020304" pitchFamily="18" charset="0"/>
                          <a:cs typeface="Times New Roman" panose="02020603050405020304" pitchFamily="18" charset="0"/>
                        </a:rPr>
                        <a:t>Sl.No</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Title of Paper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Advantages/Disadvantages/</a:t>
                      </a:r>
                    </a:p>
                    <a:p>
                      <a:pPr algn="ctr"/>
                      <a:r>
                        <a:rPr lang="en-IN" sz="2000" dirty="0">
                          <a:solidFill>
                            <a:schemeClr val="tx1"/>
                          </a:solidFill>
                          <a:latin typeface="Times New Roman" panose="02020603050405020304" pitchFamily="18" charset="0"/>
                          <a:cs typeface="Times New Roman" panose="02020603050405020304" pitchFamily="18" charset="0"/>
                        </a:rPr>
                        <a:t>Future scope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4906459"/>
                  </a:ext>
                </a:extLst>
              </a:tr>
              <a:tr h="4520887">
                <a:tc>
                  <a:txBody>
                    <a:bodyPr/>
                    <a:lstStyle/>
                    <a:p>
                      <a:pPr algn="l"/>
                      <a:r>
                        <a:rPr lang="en-IN" b="1" u="none" dirty="0"/>
                        <a:t>    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800" b="1" i="0" u="none" strike="noStrike" baseline="0" dirty="0">
                          <a:solidFill>
                            <a:srgbClr val="000000"/>
                          </a:solidFill>
                          <a:latin typeface="Times New Roman" panose="02020603050405020304" pitchFamily="18" charset="0"/>
                          <a:cs typeface="Times New Roman" panose="02020603050405020304" pitchFamily="18" charset="0"/>
                        </a:rPr>
                        <a:t>Optical Selection Of   The Control Strategy For Dual -Axis Solar Tracking Systems </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a:t>
                      </a:r>
                    </a:p>
                    <a:p>
                      <a:pPr algn="just"/>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800" b="1" i="0" u="none" strike="noStrike" baseline="0" dirty="0">
                          <a:solidFill>
                            <a:srgbClr val="000000"/>
                          </a:solidFill>
                          <a:latin typeface="Times New Roman" panose="02020603050405020304" pitchFamily="18" charset="0"/>
                          <a:cs typeface="Times New Roman" panose="02020603050405020304" pitchFamily="18" charset="0"/>
                        </a:rPr>
                        <a:t>The Characterization Of The Tracking System, Then The Constraint Definition Helps To Pre-select The Possible Controllers.</a:t>
                      </a:r>
                      <a:r>
                        <a:rPr lang="en-US" b="1" dirty="0">
                          <a:latin typeface="Times New Roman" panose="02020603050405020304" pitchFamily="18" charset="0"/>
                          <a:cs typeface="Times New Roman" panose="02020603050405020304" pitchFamily="18" charset="0"/>
                        </a:rPr>
                        <a:t> Methods That They Imply The Development Of More Rigorous Procedures, Which Rule Out Their Implementation As They Are Systems That Are Built From The Recovery Of Elements (Motors, Mechanisms, Etc.) That Formed Systems For Other Purposes</a:t>
                      </a:r>
                      <a:r>
                        <a:rPr lang="en-US" sz="1800" b="1" i="0" u="none" strike="noStrike" baseline="0" dirty="0">
                          <a:solidFill>
                            <a:srgbClr val="000000"/>
                          </a:solidFill>
                          <a:latin typeface="Times New Roman" panose="02020603050405020304" pitchFamily="18" charset="0"/>
                          <a:cs typeface="Times New Roman" panose="02020603050405020304" pitchFamily="18" charset="0"/>
                        </a:rPr>
                        <a:t>	</a:t>
                      </a:r>
                    </a:p>
                    <a:p>
                      <a:pPr algn="just"/>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IN" b="1" dirty="0">
                          <a:solidFill>
                            <a:schemeClr val="accent2"/>
                          </a:solidFill>
                          <a:latin typeface="Times New Roman" panose="02020603050405020304" pitchFamily="18" charset="0"/>
                          <a:cs typeface="Times New Roman" panose="02020603050405020304" pitchFamily="18" charset="0"/>
                        </a:rPr>
                        <a:t>ADVANTAGES:</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Increased Energy Capture</a:t>
                      </a:r>
                      <a:r>
                        <a:rPr lang="en-IN" sz="1800" b="0" i="0" u="none" strike="noStrike" baseline="0" dirty="0">
                          <a:solidFill>
                            <a:srgbClr val="000000"/>
                          </a:solidFill>
                          <a:latin typeface="Times New Roman" panose="02020603050405020304" pitchFamily="18" charset="0"/>
                          <a:cs typeface="Times New Roman" panose="02020603050405020304" pitchFamily="18" charset="0"/>
                        </a:rPr>
                        <a:t>:</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Improved Efficiency</a:t>
                      </a:r>
                      <a:r>
                        <a:rPr lang="en-IN" sz="1800" b="0" i="0" u="none" strike="noStrike" baseline="0" dirty="0">
                          <a:solidFill>
                            <a:srgbClr val="000000"/>
                          </a:solidFill>
                          <a:latin typeface="Times New Roman" panose="02020603050405020304" pitchFamily="18" charset="0"/>
                          <a:cs typeface="Times New Roman" panose="02020603050405020304" pitchFamily="18" charset="0"/>
                        </a:rPr>
                        <a:t>:</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Flexibility In Design</a:t>
                      </a:r>
                      <a:r>
                        <a:rPr lang="en-IN" sz="1800" b="0" i="0" u="none" strike="noStrike" baseline="0" dirty="0">
                          <a:solidFill>
                            <a:srgbClr val="000000"/>
                          </a:solidFill>
                          <a:latin typeface="Times New Roman" panose="02020603050405020304" pitchFamily="18" charset="0"/>
                          <a:cs typeface="Times New Roman" panose="02020603050405020304" pitchFamily="18" charset="0"/>
                        </a:rPr>
                        <a:t>:</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Reduced Land Footprint</a:t>
                      </a:r>
                      <a:r>
                        <a:rPr lang="en-IN" sz="1800" b="0" i="0" u="none" strike="noStrike" baseline="0" dirty="0">
                          <a:solidFill>
                            <a:srgbClr val="000000"/>
                          </a:solidFill>
                          <a:latin typeface="Times New Roman" panose="02020603050405020304" pitchFamily="18" charset="0"/>
                          <a:cs typeface="Times New Roman" panose="02020603050405020304" pitchFamily="18" charset="0"/>
                        </a:rPr>
                        <a:t>	</a:t>
                      </a:r>
                    </a:p>
                    <a:p>
                      <a:pPr algn="just"/>
                      <a:r>
                        <a:rPr lang="en-IN" b="1" dirty="0">
                          <a:solidFill>
                            <a:schemeClr val="accent2"/>
                          </a:solidFill>
                          <a:latin typeface="Times New Roman" panose="02020603050405020304" pitchFamily="18" charset="0"/>
                          <a:cs typeface="Times New Roman" panose="02020603050405020304" pitchFamily="18" charset="0"/>
                        </a:rPr>
                        <a:t>DISADVANTAGES:</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Complexity And Cost</a:t>
                      </a:r>
                      <a:r>
                        <a:rPr lang="en-IN" sz="1800" b="0" i="0" u="none" strike="noStrike" baseline="0" dirty="0">
                          <a:solidFill>
                            <a:srgbClr val="000000"/>
                          </a:solidFill>
                          <a:latin typeface="Times New Roman" panose="02020603050405020304" pitchFamily="18" charset="0"/>
                          <a:cs typeface="Times New Roman" panose="02020603050405020304" pitchFamily="18" charset="0"/>
                        </a:rPr>
                        <a:t>:</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Mechanical Wear And Tear</a:t>
                      </a:r>
                      <a:r>
                        <a:rPr lang="en-IN" sz="1800" b="0" i="0" u="none" strike="noStrike" baseline="0" dirty="0">
                          <a:solidFill>
                            <a:srgbClr val="000000"/>
                          </a:solidFill>
                          <a:latin typeface="Times New Roman" panose="02020603050405020304" pitchFamily="18" charset="0"/>
                          <a:cs typeface="Times New Roman" panose="02020603050405020304" pitchFamily="18" charset="0"/>
                        </a:rPr>
                        <a:t>:</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Energy Consumption For Tracking</a:t>
                      </a:r>
                      <a:endParaRPr lang="en-IN" sz="18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Weather Sensitivity</a:t>
                      </a:r>
                      <a:r>
                        <a:rPr lang="en-IN" sz="1800" b="0" i="0" u="none" strike="noStrike" baseline="0" dirty="0">
                          <a:solidFill>
                            <a:srgbClr val="000000"/>
                          </a:solidFill>
                          <a:latin typeface="Times New Roman" panose="02020603050405020304" pitchFamily="18" charset="0"/>
                          <a:cs typeface="Times New Roman" panose="02020603050405020304" pitchFamily="18" charset="0"/>
                        </a:rPr>
                        <a:t>	</a:t>
                      </a:r>
                    </a:p>
                    <a:p>
                      <a:pPr algn="just"/>
                      <a:r>
                        <a:rPr lang="en-IN" b="1" dirty="0">
                          <a:solidFill>
                            <a:schemeClr val="accent2"/>
                          </a:solidFill>
                          <a:latin typeface="Times New Roman" panose="02020603050405020304" pitchFamily="18" charset="0"/>
                          <a:cs typeface="Times New Roman" panose="02020603050405020304" pitchFamily="18" charset="0"/>
                        </a:rPr>
                        <a:t>FUTURE SCOPE:</a:t>
                      </a:r>
                    </a:p>
                    <a:p>
                      <a:pPr algn="just"/>
                      <a:r>
                        <a:rPr lang="en-US" sz="1800" b="1" i="0" u="none" strike="noStrike" baseline="0" dirty="0">
                          <a:solidFill>
                            <a:srgbClr val="000000"/>
                          </a:solidFill>
                          <a:latin typeface="Times New Roman" panose="02020603050405020304" pitchFamily="18" charset="0"/>
                          <a:cs typeface="Times New Roman" panose="02020603050405020304" pitchFamily="18" charset="0"/>
                        </a:rPr>
                        <a:t>A New Methodology With A Heuristic Approach Is Presented For The Selection Of The Best Control Strategy For Two Axis Solar Tracking Systems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0556917"/>
                  </a:ext>
                </a:extLst>
              </a:tr>
            </a:tbl>
          </a:graphicData>
        </a:graphic>
      </p:graphicFrame>
    </p:spTree>
    <p:extLst>
      <p:ext uri="{BB962C8B-B14F-4D97-AF65-F5344CB8AC3E}">
        <p14:creationId xmlns:p14="http://schemas.microsoft.com/office/powerpoint/2010/main" val="2137461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B512D-C252-E112-4942-1F187DC6157F}"/>
              </a:ext>
            </a:extLst>
          </p:cNvPr>
          <p:cNvSpPr>
            <a:spLocks noGrp="1"/>
          </p:cNvSpPr>
          <p:nvPr>
            <p:ph type="title"/>
          </p:nvPr>
        </p:nvSpPr>
        <p:spPr>
          <a:xfrm>
            <a:off x="838200" y="0"/>
            <a:ext cx="10515600" cy="980343"/>
          </a:xfrm>
        </p:spPr>
        <p:txBody>
          <a:bodyPr>
            <a:normAutofit/>
          </a:bodyPr>
          <a:lstStyle/>
          <a:p>
            <a:r>
              <a:rPr lang="en-IN" sz="3200" b="1" dirty="0">
                <a:latin typeface="Times New Roman" panose="02020603050405020304" pitchFamily="18" charset="0"/>
                <a:cs typeface="Times New Roman" panose="02020603050405020304" pitchFamily="18" charset="0"/>
              </a:rPr>
              <a:t>Literature Survey</a:t>
            </a:r>
          </a:p>
        </p:txBody>
      </p:sp>
      <p:sp>
        <p:nvSpPr>
          <p:cNvPr id="4" name="Date Placeholder 3">
            <a:extLst>
              <a:ext uri="{FF2B5EF4-FFF2-40B4-BE49-F238E27FC236}">
                <a16:creationId xmlns:a16="http://schemas.microsoft.com/office/drawing/2014/main" id="{309767E0-2A85-FCF3-B1F1-4908248B21A5}"/>
              </a:ext>
            </a:extLst>
          </p:cNvPr>
          <p:cNvSpPr>
            <a:spLocks noGrp="1"/>
          </p:cNvSpPr>
          <p:nvPr>
            <p:ph type="dt" sz="half" idx="10"/>
          </p:nvPr>
        </p:nvSpPr>
        <p:spPr/>
        <p:txBody>
          <a:bodyPr/>
          <a:lstStyle/>
          <a:p>
            <a:fld id="{6B615189-E5EF-4940-BDE9-99F45047E315}" type="datetime1">
              <a:rPr lang="en-US" smtClean="0"/>
              <a:t>12/23/2024</a:t>
            </a:fld>
            <a:endParaRPr lang="en-IN"/>
          </a:p>
        </p:txBody>
      </p:sp>
      <p:sp>
        <p:nvSpPr>
          <p:cNvPr id="5" name="Footer Placeholder 4">
            <a:extLst>
              <a:ext uri="{FF2B5EF4-FFF2-40B4-BE49-F238E27FC236}">
                <a16:creationId xmlns:a16="http://schemas.microsoft.com/office/drawing/2014/main" id="{358EE09A-111B-B510-5A4C-F881D54F1932}"/>
              </a:ext>
            </a:extLst>
          </p:cNvPr>
          <p:cNvSpPr>
            <a:spLocks noGrp="1"/>
          </p:cNvSpPr>
          <p:nvPr>
            <p:ph type="ftr" sz="quarter" idx="11"/>
          </p:nvPr>
        </p:nvSpPr>
        <p:spPr/>
        <p:txBody>
          <a:bodyPr/>
          <a:lstStyle/>
          <a:p>
            <a:r>
              <a:rPr lang="en-US"/>
              <a:t>Department of ECE,SVIT</a:t>
            </a:r>
            <a:endParaRPr lang="en-US" dirty="0"/>
          </a:p>
        </p:txBody>
      </p:sp>
      <p:sp>
        <p:nvSpPr>
          <p:cNvPr id="6" name="Slide Number Placeholder 5">
            <a:extLst>
              <a:ext uri="{FF2B5EF4-FFF2-40B4-BE49-F238E27FC236}">
                <a16:creationId xmlns:a16="http://schemas.microsoft.com/office/drawing/2014/main" id="{1801CD04-1E54-BC92-F887-751B43C80669}"/>
              </a:ext>
            </a:extLst>
          </p:cNvPr>
          <p:cNvSpPr>
            <a:spLocks noGrp="1"/>
          </p:cNvSpPr>
          <p:nvPr>
            <p:ph type="sldNum" sz="quarter" idx="12"/>
          </p:nvPr>
        </p:nvSpPr>
        <p:spPr/>
        <p:txBody>
          <a:bodyPr/>
          <a:lstStyle/>
          <a:p>
            <a:fld id="{75DF2D63-3FF5-D547-96B9-BE9CCD1ABA58}" type="slidenum">
              <a:rPr lang="en-US" smtClean="0"/>
              <a:pPr/>
              <a:t>8</a:t>
            </a:fld>
            <a:endParaRPr lang="en-US" dirty="0"/>
          </a:p>
        </p:txBody>
      </p:sp>
      <p:graphicFrame>
        <p:nvGraphicFramePr>
          <p:cNvPr id="7" name="Content Placeholder 6">
            <a:extLst>
              <a:ext uri="{FF2B5EF4-FFF2-40B4-BE49-F238E27FC236}">
                <a16:creationId xmlns:a16="http://schemas.microsoft.com/office/drawing/2014/main" id="{6D022A08-01E2-CB77-4996-8F0FCCC7A122}"/>
              </a:ext>
            </a:extLst>
          </p:cNvPr>
          <p:cNvGraphicFramePr>
            <a:graphicFrameLocks noGrp="1"/>
          </p:cNvGraphicFramePr>
          <p:nvPr>
            <p:ph idx="1"/>
            <p:extLst>
              <p:ext uri="{D42A27DB-BD31-4B8C-83A1-F6EECF244321}">
                <p14:modId xmlns:p14="http://schemas.microsoft.com/office/powerpoint/2010/main" val="781540319"/>
              </p:ext>
            </p:extLst>
          </p:nvPr>
        </p:nvGraphicFramePr>
        <p:xfrm>
          <a:off x="657726" y="980343"/>
          <a:ext cx="11085095" cy="5455920"/>
        </p:xfrm>
        <a:graphic>
          <a:graphicData uri="http://schemas.openxmlformats.org/drawingml/2006/table">
            <a:tbl>
              <a:tblPr firstRow="1" bandRow="1">
                <a:tableStyleId>{17292A2E-F333-43FB-9621-5CBBE7FDCDCB}</a:tableStyleId>
              </a:tblPr>
              <a:tblGrid>
                <a:gridCol w="828350">
                  <a:extLst>
                    <a:ext uri="{9D8B030D-6E8A-4147-A177-3AD203B41FA5}">
                      <a16:colId xmlns:a16="http://schemas.microsoft.com/office/drawing/2014/main" val="4286766254"/>
                    </a:ext>
                  </a:extLst>
                </a:gridCol>
                <a:gridCol w="3245498">
                  <a:extLst>
                    <a:ext uri="{9D8B030D-6E8A-4147-A177-3AD203B41FA5}">
                      <a16:colId xmlns:a16="http://schemas.microsoft.com/office/drawing/2014/main" val="4026942677"/>
                    </a:ext>
                  </a:extLst>
                </a:gridCol>
                <a:gridCol w="3626490">
                  <a:extLst>
                    <a:ext uri="{9D8B030D-6E8A-4147-A177-3AD203B41FA5}">
                      <a16:colId xmlns:a16="http://schemas.microsoft.com/office/drawing/2014/main" val="34356830"/>
                    </a:ext>
                  </a:extLst>
                </a:gridCol>
                <a:gridCol w="3384757">
                  <a:extLst>
                    <a:ext uri="{9D8B030D-6E8A-4147-A177-3AD203B41FA5}">
                      <a16:colId xmlns:a16="http://schemas.microsoft.com/office/drawing/2014/main" val="2494370522"/>
                    </a:ext>
                  </a:extLst>
                </a:gridCol>
              </a:tblGrid>
              <a:tr h="663503">
                <a:tc>
                  <a:txBody>
                    <a:bodyPr/>
                    <a:lstStyle/>
                    <a:p>
                      <a:pPr algn="ctr"/>
                      <a:r>
                        <a:rPr lang="en-IN" sz="2000" dirty="0" err="1">
                          <a:solidFill>
                            <a:schemeClr val="tx1"/>
                          </a:solidFill>
                          <a:latin typeface="Times New Roman" panose="02020603050405020304" pitchFamily="18" charset="0"/>
                          <a:cs typeface="Times New Roman" panose="02020603050405020304" pitchFamily="18" charset="0"/>
                        </a:rPr>
                        <a:t>Sl.No</a:t>
                      </a:r>
                      <a:endParaRPr lang="en-IN" sz="2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Title of Paper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Advantages/Disadvantages/</a:t>
                      </a:r>
                    </a:p>
                    <a:p>
                      <a:pPr algn="ctr"/>
                      <a:r>
                        <a:rPr lang="en-IN" sz="2000" dirty="0">
                          <a:solidFill>
                            <a:schemeClr val="tx1"/>
                          </a:solidFill>
                          <a:latin typeface="Times New Roman" panose="02020603050405020304" pitchFamily="18" charset="0"/>
                          <a:cs typeface="Times New Roman" panose="02020603050405020304" pitchFamily="18" charset="0"/>
                        </a:rPr>
                        <a:t>Future scope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4906459"/>
                  </a:ext>
                </a:extLst>
              </a:tr>
              <a:tr h="4500280">
                <a:tc>
                  <a:txBody>
                    <a:bodyPr/>
                    <a:lstStyle/>
                    <a:p>
                      <a:pPr algn="l"/>
                      <a:r>
                        <a:rPr lang="en-IN" b="1" u="none" dirty="0"/>
                        <a:t>    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800" b="1" i="0" u="none" strike="noStrike" baseline="0" dirty="0">
                          <a:solidFill>
                            <a:srgbClr val="000000"/>
                          </a:solidFill>
                          <a:latin typeface="Times New Roman" panose="02020603050405020304" pitchFamily="18" charset="0"/>
                          <a:cs typeface="Times New Roman" panose="02020603050405020304" pitchFamily="18" charset="0"/>
                        </a:rPr>
                        <a:t>On the PV Tracker Performance: Tracking the Sun Versus Tracking the Best Orientation	</a:t>
                      </a:r>
                    </a:p>
                    <a:p>
                      <a:pPr algn="just"/>
                      <a:endParaRPr lang="en-IN"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800" b="1" i="0" u="none" strike="noStrike" baseline="0" dirty="0">
                          <a:solidFill>
                            <a:srgbClr val="000000"/>
                          </a:solidFill>
                          <a:latin typeface="Times New Roman" panose="02020603050405020304" pitchFamily="18" charset="0"/>
                          <a:cs typeface="Times New Roman" panose="02020603050405020304" pitchFamily="18" charset="0"/>
                        </a:rPr>
                        <a:t>The Overall Insolation Collection, By Comparing Two Tracking Algorithms, Namely Tracking The Sun (TS) And Tracking The Best Orientation (TBO).</a:t>
                      </a:r>
                      <a:r>
                        <a:rPr lang="en-US" sz="1800" b="0" i="0" u="none" strike="noStrike" baseline="0" dirty="0">
                          <a:solidFill>
                            <a:srgbClr val="000000"/>
                          </a:solidFill>
                          <a:latin typeface="Times New Roman" panose="02020603050405020304" pitchFamily="18" charset="0"/>
                        </a:rPr>
                        <a:t> </a:t>
                      </a:r>
                      <a:r>
                        <a:rPr lang="en-US" sz="1800" b="1" i="0" u="none" strike="noStrike" baseline="0" dirty="0">
                          <a:solidFill>
                            <a:srgbClr val="000000"/>
                          </a:solidFill>
                          <a:latin typeface="Times New Roman" panose="02020603050405020304" pitchFamily="18" charset="0"/>
                        </a:rPr>
                        <a:t>It Is Expected To Receive Higher Irradiance With The Drawback</a:t>
                      </a:r>
                    </a:p>
                    <a:p>
                      <a:pPr algn="just"/>
                      <a:r>
                        <a:rPr lang="en-US" sz="1800" b="1" i="0" u="none" strike="noStrike" baseline="0" dirty="0">
                          <a:solidFill>
                            <a:srgbClr val="000000"/>
                          </a:solidFill>
                          <a:latin typeface="Times New Roman" panose="02020603050405020304" pitchFamily="18" charset="0"/>
                        </a:rPr>
                        <a:t> Of Requiring A Higher Installation And Maintenance Cost 	</a:t>
                      </a:r>
                    </a:p>
                    <a:p>
                      <a:pPr algn="just"/>
                      <a:r>
                        <a:rPr lang="en-US" sz="1800" b="0" i="0" u="none" strike="noStrike" baseline="0" dirty="0">
                          <a:solidFill>
                            <a:srgbClr val="000000"/>
                          </a:solidFill>
                          <a:latin typeface="Times New Roman" panose="02020603050405020304" pitchFamily="18" charset="0"/>
                          <a:cs typeface="Times New Roman" panose="02020603050405020304" pitchFamily="18" charset="0"/>
                        </a:rPr>
                        <a:t>	</a:t>
                      </a:r>
                    </a:p>
                    <a:p>
                      <a:pPr algn="just"/>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IN" b="1" dirty="0">
                          <a:solidFill>
                            <a:schemeClr val="accent2"/>
                          </a:solidFill>
                          <a:latin typeface="Times New Roman" panose="02020603050405020304" pitchFamily="18" charset="0"/>
                          <a:cs typeface="Times New Roman" panose="02020603050405020304" pitchFamily="18" charset="0"/>
                        </a:rPr>
                        <a:t>ADVANTAGES:</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Maximized Energy Production</a:t>
                      </a:r>
                      <a:r>
                        <a:rPr lang="en-IN" sz="1800" b="0" i="0" u="none" strike="noStrike" baseline="0" dirty="0">
                          <a:solidFill>
                            <a:srgbClr val="000000"/>
                          </a:solidFill>
                          <a:latin typeface="Times New Roman" panose="02020603050405020304" pitchFamily="18" charset="0"/>
                          <a:cs typeface="Times New Roman" panose="02020603050405020304" pitchFamily="18" charset="0"/>
                        </a:rPr>
                        <a:t>:</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Seasonal Adaptability</a:t>
                      </a:r>
                      <a:endParaRPr lang="en-IN" sz="18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Lower Costs</a:t>
                      </a:r>
                      <a:endParaRPr lang="en-IN" sz="18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Simpler Design</a:t>
                      </a:r>
                      <a:r>
                        <a:rPr lang="en-IN" sz="1800" b="0" i="0" u="none" strike="noStrike" baseline="0" dirty="0">
                          <a:solidFill>
                            <a:srgbClr val="000000"/>
                          </a:solidFill>
                          <a:latin typeface="Times New Roman" panose="02020603050405020304" pitchFamily="18" charset="0"/>
                          <a:cs typeface="Times New Roman" panose="02020603050405020304" pitchFamily="18" charset="0"/>
                        </a:rPr>
                        <a:t>		</a:t>
                      </a:r>
                    </a:p>
                    <a:p>
                      <a:pPr algn="just"/>
                      <a:r>
                        <a:rPr lang="en-IN" b="1" dirty="0">
                          <a:solidFill>
                            <a:schemeClr val="accent2"/>
                          </a:solidFill>
                          <a:latin typeface="Times New Roman" panose="02020603050405020304" pitchFamily="18" charset="0"/>
                          <a:cs typeface="Times New Roman" panose="02020603050405020304" pitchFamily="18" charset="0"/>
                        </a:rPr>
                        <a:t>DISADVANTAGES:</a:t>
                      </a:r>
                    </a:p>
                    <a:p>
                      <a:pPr algn="just"/>
                      <a:r>
                        <a:rPr lang="en-IN" sz="1800" b="1" i="0" u="none" strike="noStrike" kern="1200" baseline="0" dirty="0">
                          <a:solidFill>
                            <a:schemeClr val="tx1"/>
                          </a:solidFill>
                          <a:latin typeface="Times New Roman" panose="02020603050405020304" pitchFamily="18" charset="0"/>
                          <a:ea typeface="+mn-ea"/>
                          <a:cs typeface="Times New Roman" panose="02020603050405020304" pitchFamily="18" charset="0"/>
                        </a:rPr>
                        <a:t>Higher Costs</a:t>
                      </a:r>
                      <a:r>
                        <a:rPr lang="en-IN" sz="1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a:t>
                      </a:r>
                    </a:p>
                    <a:p>
                      <a:pPr algn="just"/>
                      <a:r>
                        <a:rPr lang="en-IN" sz="1800" b="1" i="0" u="none" strike="noStrike" kern="1200" baseline="0" dirty="0">
                          <a:solidFill>
                            <a:schemeClr val="tx1"/>
                          </a:solidFill>
                          <a:latin typeface="Times New Roman" panose="02020603050405020304" pitchFamily="18" charset="0"/>
                          <a:ea typeface="+mn-ea"/>
                          <a:cs typeface="Times New Roman" panose="02020603050405020304" pitchFamily="18" charset="0"/>
                        </a:rPr>
                        <a:t>Maintenance Requirements</a:t>
                      </a:r>
                      <a:r>
                        <a:rPr lang="en-IN" sz="1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a:t>
                      </a:r>
                      <a:endParaRPr lang="en-IN" sz="1800" b="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IN" b="1" dirty="0">
                          <a:solidFill>
                            <a:schemeClr val="accent2"/>
                          </a:solidFill>
                          <a:latin typeface="Times New Roman" panose="02020603050405020304" pitchFamily="18" charset="0"/>
                          <a:cs typeface="Times New Roman" panose="02020603050405020304" pitchFamily="18" charset="0"/>
                        </a:rPr>
                        <a:t>FUTURE SCOPE:</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1" i="0" u="none" strike="noStrike" kern="1200" baseline="0" dirty="0">
                          <a:solidFill>
                            <a:schemeClr val="tx1"/>
                          </a:solidFill>
                          <a:latin typeface="Times New Roman" panose="02020603050405020304" pitchFamily="18" charset="0"/>
                          <a:ea typeface="+mn-ea"/>
                          <a:cs typeface="Times New Roman" panose="02020603050405020304" pitchFamily="18" charset="0"/>
                        </a:rPr>
                        <a:t>We Will Aim To Optimize This Parameter Based On A Techno-economic Analysis Considering Local Weather And Economic Conditions Of The Site Of Interest To Minimize The Leveled Cost Of Electricity</a:t>
                      </a:r>
                      <a:r>
                        <a:rPr lang="en-US" sz="1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	</a:t>
                      </a:r>
                    </a:p>
                    <a:p>
                      <a:pPr algn="just"/>
                      <a:endParaRPr lang="en-IN" b="1" dirty="0">
                        <a:solidFill>
                          <a:schemeClr val="accent2"/>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0556917"/>
                  </a:ext>
                </a:extLst>
              </a:tr>
            </a:tbl>
          </a:graphicData>
        </a:graphic>
      </p:graphicFrame>
    </p:spTree>
    <p:extLst>
      <p:ext uri="{BB962C8B-B14F-4D97-AF65-F5344CB8AC3E}">
        <p14:creationId xmlns:p14="http://schemas.microsoft.com/office/powerpoint/2010/main" val="2904162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47D3D-63AC-AF1C-D9F6-3AE695433EC1}"/>
              </a:ext>
            </a:extLst>
          </p:cNvPr>
          <p:cNvSpPr>
            <a:spLocks noGrp="1"/>
          </p:cNvSpPr>
          <p:nvPr>
            <p:ph type="title"/>
          </p:nvPr>
        </p:nvSpPr>
        <p:spPr>
          <a:xfrm>
            <a:off x="838200" y="1"/>
            <a:ext cx="10515600" cy="1026694"/>
          </a:xfrm>
        </p:spPr>
        <p:txBody>
          <a:bodyPr>
            <a:normAutofit/>
          </a:bodyPr>
          <a:lstStyle/>
          <a:p>
            <a:r>
              <a:rPr lang="en-IN" sz="3200" b="1" dirty="0">
                <a:latin typeface="Times New Roman" panose="02020603050405020304" pitchFamily="18" charset="0"/>
                <a:cs typeface="Times New Roman" panose="02020603050405020304" pitchFamily="18" charset="0"/>
              </a:rPr>
              <a:t>Literature Survey</a:t>
            </a:r>
          </a:p>
        </p:txBody>
      </p:sp>
      <p:sp>
        <p:nvSpPr>
          <p:cNvPr id="4" name="Date Placeholder 3">
            <a:extLst>
              <a:ext uri="{FF2B5EF4-FFF2-40B4-BE49-F238E27FC236}">
                <a16:creationId xmlns:a16="http://schemas.microsoft.com/office/drawing/2014/main" id="{DD9F35FC-438B-EB5E-6104-97BB6F9A1C91}"/>
              </a:ext>
            </a:extLst>
          </p:cNvPr>
          <p:cNvSpPr>
            <a:spLocks noGrp="1"/>
          </p:cNvSpPr>
          <p:nvPr>
            <p:ph type="dt" sz="half" idx="10"/>
          </p:nvPr>
        </p:nvSpPr>
        <p:spPr/>
        <p:txBody>
          <a:bodyPr/>
          <a:lstStyle/>
          <a:p>
            <a:fld id="{6B615189-E5EF-4940-BDE9-99F45047E315}" type="datetime1">
              <a:rPr lang="en-US" smtClean="0"/>
              <a:t>12/23/2024</a:t>
            </a:fld>
            <a:endParaRPr lang="en-IN"/>
          </a:p>
        </p:txBody>
      </p:sp>
      <p:sp>
        <p:nvSpPr>
          <p:cNvPr id="5" name="Footer Placeholder 4">
            <a:extLst>
              <a:ext uri="{FF2B5EF4-FFF2-40B4-BE49-F238E27FC236}">
                <a16:creationId xmlns:a16="http://schemas.microsoft.com/office/drawing/2014/main" id="{CC084B3D-87FA-A3B9-A46D-CED44355C8B5}"/>
              </a:ext>
            </a:extLst>
          </p:cNvPr>
          <p:cNvSpPr>
            <a:spLocks noGrp="1"/>
          </p:cNvSpPr>
          <p:nvPr>
            <p:ph type="ftr" sz="quarter" idx="11"/>
          </p:nvPr>
        </p:nvSpPr>
        <p:spPr/>
        <p:txBody>
          <a:bodyPr/>
          <a:lstStyle/>
          <a:p>
            <a:r>
              <a:rPr lang="en-US"/>
              <a:t>Department of ECE,SVIT</a:t>
            </a:r>
            <a:endParaRPr lang="en-US" dirty="0"/>
          </a:p>
        </p:txBody>
      </p:sp>
      <p:sp>
        <p:nvSpPr>
          <p:cNvPr id="6" name="Slide Number Placeholder 5">
            <a:extLst>
              <a:ext uri="{FF2B5EF4-FFF2-40B4-BE49-F238E27FC236}">
                <a16:creationId xmlns:a16="http://schemas.microsoft.com/office/drawing/2014/main" id="{3370C8F5-48EC-F203-3130-2E687AD22CD3}"/>
              </a:ext>
            </a:extLst>
          </p:cNvPr>
          <p:cNvSpPr>
            <a:spLocks noGrp="1"/>
          </p:cNvSpPr>
          <p:nvPr>
            <p:ph type="sldNum" sz="quarter" idx="12"/>
          </p:nvPr>
        </p:nvSpPr>
        <p:spPr/>
        <p:txBody>
          <a:bodyPr/>
          <a:lstStyle/>
          <a:p>
            <a:fld id="{75DF2D63-3FF5-D547-96B9-BE9CCD1ABA58}" type="slidenum">
              <a:rPr lang="en-US" smtClean="0"/>
              <a:pPr/>
              <a:t>9</a:t>
            </a:fld>
            <a:endParaRPr lang="en-US" dirty="0"/>
          </a:p>
        </p:txBody>
      </p:sp>
      <p:graphicFrame>
        <p:nvGraphicFramePr>
          <p:cNvPr id="7" name="Content Placeholder 6">
            <a:extLst>
              <a:ext uri="{FF2B5EF4-FFF2-40B4-BE49-F238E27FC236}">
                <a16:creationId xmlns:a16="http://schemas.microsoft.com/office/drawing/2014/main" id="{7AB2C1A8-AE03-39AA-E0E6-F2D4D709229F}"/>
              </a:ext>
            </a:extLst>
          </p:cNvPr>
          <p:cNvGraphicFramePr>
            <a:graphicFrameLocks noGrp="1"/>
          </p:cNvGraphicFramePr>
          <p:nvPr>
            <p:ph idx="1"/>
            <p:extLst>
              <p:ext uri="{D42A27DB-BD31-4B8C-83A1-F6EECF244321}">
                <p14:modId xmlns:p14="http://schemas.microsoft.com/office/powerpoint/2010/main" val="1018790490"/>
              </p:ext>
            </p:extLst>
          </p:nvPr>
        </p:nvGraphicFramePr>
        <p:xfrm>
          <a:off x="641684" y="1026695"/>
          <a:ext cx="11281611" cy="5329655"/>
        </p:xfrm>
        <a:graphic>
          <a:graphicData uri="http://schemas.openxmlformats.org/drawingml/2006/table">
            <a:tbl>
              <a:tblPr firstRow="1" bandRow="1">
                <a:tableStyleId>{17292A2E-F333-43FB-9621-5CBBE7FDCDCB}</a:tableStyleId>
              </a:tblPr>
              <a:tblGrid>
                <a:gridCol w="843035">
                  <a:extLst>
                    <a:ext uri="{9D8B030D-6E8A-4147-A177-3AD203B41FA5}">
                      <a16:colId xmlns:a16="http://schemas.microsoft.com/office/drawing/2014/main" val="4286766254"/>
                    </a:ext>
                  </a:extLst>
                </a:gridCol>
                <a:gridCol w="3303034">
                  <a:extLst>
                    <a:ext uri="{9D8B030D-6E8A-4147-A177-3AD203B41FA5}">
                      <a16:colId xmlns:a16="http://schemas.microsoft.com/office/drawing/2014/main" val="4026942677"/>
                    </a:ext>
                  </a:extLst>
                </a:gridCol>
                <a:gridCol w="3682479">
                  <a:extLst>
                    <a:ext uri="{9D8B030D-6E8A-4147-A177-3AD203B41FA5}">
                      <a16:colId xmlns:a16="http://schemas.microsoft.com/office/drawing/2014/main" val="34356830"/>
                    </a:ext>
                  </a:extLst>
                </a:gridCol>
                <a:gridCol w="3453063">
                  <a:extLst>
                    <a:ext uri="{9D8B030D-6E8A-4147-A177-3AD203B41FA5}">
                      <a16:colId xmlns:a16="http://schemas.microsoft.com/office/drawing/2014/main" val="2494370522"/>
                    </a:ext>
                  </a:extLst>
                </a:gridCol>
              </a:tblGrid>
              <a:tr h="703664">
                <a:tc>
                  <a:txBody>
                    <a:bodyPr/>
                    <a:lstStyle/>
                    <a:p>
                      <a:pPr algn="ctr"/>
                      <a:r>
                        <a:rPr lang="en-IN" sz="2000" dirty="0" err="1">
                          <a:solidFill>
                            <a:schemeClr val="tx1"/>
                          </a:solidFill>
                          <a:latin typeface="Times New Roman" panose="02020603050405020304" pitchFamily="18" charset="0"/>
                          <a:cs typeface="Times New Roman" panose="02020603050405020304" pitchFamily="18" charset="0"/>
                        </a:rPr>
                        <a:t>Sl.No</a:t>
                      </a:r>
                      <a:r>
                        <a:rPr lang="en-IN" sz="2000" dirty="0">
                          <a:solidFill>
                            <a:schemeClr val="tx1"/>
                          </a:solidFill>
                          <a:latin typeface="Times New Roman" panose="02020603050405020304" pitchFamily="18" charset="0"/>
                          <a:cs typeface="Times New Roman" panose="02020603050405020304" pitchFamily="18"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Title of Paper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Methodology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Advantages/Disadvantages/</a:t>
                      </a:r>
                    </a:p>
                    <a:p>
                      <a:pPr algn="ctr"/>
                      <a:r>
                        <a:rPr lang="en-IN" sz="2000" dirty="0">
                          <a:solidFill>
                            <a:schemeClr val="tx1"/>
                          </a:solidFill>
                          <a:latin typeface="Times New Roman" panose="02020603050405020304" pitchFamily="18" charset="0"/>
                          <a:cs typeface="Times New Roman" panose="02020603050405020304" pitchFamily="18" charset="0"/>
                        </a:rPr>
                        <a:t>Future scope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4906459"/>
                  </a:ext>
                </a:extLst>
              </a:tr>
              <a:tr h="4625991">
                <a:tc>
                  <a:txBody>
                    <a:bodyPr/>
                    <a:lstStyle/>
                    <a:p>
                      <a:pPr algn="just"/>
                      <a:r>
                        <a:rPr lang="en-IN" b="1" u="none" dirty="0"/>
                        <a:t>    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800" b="1" i="0" u="none" strike="noStrike" baseline="0" dirty="0">
                          <a:solidFill>
                            <a:srgbClr val="000000"/>
                          </a:solidFill>
                          <a:latin typeface="Times New Roman" panose="02020603050405020304" pitchFamily="18" charset="0"/>
                          <a:cs typeface="Times New Roman" panose="02020603050405020304" pitchFamily="18" charset="0"/>
                        </a:rPr>
                        <a:t>Increasing The Solar Reliability Factor Of A Dual-axis Solar Tracker Using An Improved Online Built-in Self-test Architecture </a:t>
                      </a:r>
                    </a:p>
                    <a:p>
                      <a:pPr algn="just"/>
                      <a:r>
                        <a:rPr lang="en-US" sz="1800" b="1" i="0" u="none" strike="noStrike" baseline="0" dirty="0">
                          <a:solidFill>
                            <a:srgbClr val="000000"/>
                          </a:solidFill>
                          <a:latin typeface="Times New Roman" panose="02020603050405020304" pitchFamily="18" charset="0"/>
                          <a:cs typeface="Times New Roman" panose="02020603050405020304" pitchFamily="18" charset="0"/>
                        </a:rPr>
                        <a:t> 	</a:t>
                      </a:r>
                    </a:p>
                    <a:p>
                      <a:pPr algn="just"/>
                      <a:endParaRPr lang="en-IN"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800" b="1" i="0" u="none" strike="noStrike" baseline="0" dirty="0">
                          <a:solidFill>
                            <a:srgbClr val="000000"/>
                          </a:solidFill>
                          <a:latin typeface="Times New Roman" panose="02020603050405020304" pitchFamily="18" charset="0"/>
                          <a:cs typeface="Times New Roman" panose="02020603050405020304" pitchFamily="18" charset="0"/>
                        </a:rPr>
                        <a:t>Solar Reliability Factor (SRF) By Developing And Implementing An Advanced Online Built-in </a:t>
                      </a:r>
                      <a:r>
                        <a:rPr lang="en-US" sz="1800" b="1" i="0" u="none" strike="noStrike" baseline="0" dirty="0" err="1">
                          <a:solidFill>
                            <a:srgbClr val="000000"/>
                          </a:solidFill>
                          <a:latin typeface="Times New Roman" panose="02020603050405020304" pitchFamily="18" charset="0"/>
                          <a:cs typeface="Times New Roman" panose="02020603050405020304" pitchFamily="18" charset="0"/>
                        </a:rPr>
                        <a:t>Selfest</a:t>
                      </a:r>
                      <a:r>
                        <a:rPr lang="en-US" sz="1800" b="1" i="0" u="none" strike="noStrike" baseline="0" dirty="0">
                          <a:solidFill>
                            <a:srgbClr val="000000"/>
                          </a:solidFill>
                          <a:latin typeface="Times New Roman" panose="02020603050405020304" pitchFamily="18" charset="0"/>
                          <a:cs typeface="Times New Roman" panose="02020603050405020304" pitchFamily="18" charset="0"/>
                        </a:rPr>
                        <a:t> (OBIST)Architecture</a:t>
                      </a:r>
                      <a:r>
                        <a:rPr lang="en-US" sz="1800" b="1" i="0" u="none" strike="noStrike" baseline="0" dirty="0">
                          <a:solidFill>
                            <a:schemeClr val="tx1"/>
                          </a:solidFill>
                          <a:latin typeface="Times New Roman" panose="02020603050405020304" pitchFamily="18" charset="0"/>
                          <a:cs typeface="Times New Roman" panose="02020603050405020304" pitchFamily="18" charset="0"/>
                        </a:rPr>
                        <a:t>,</a:t>
                      </a:r>
                      <a:r>
                        <a:rPr lang="en-US" b="1" baseline="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probabilistic model for defining and addressing stuck-at-faults, enhancing the system’s overall reliability. </a:t>
                      </a:r>
                      <a:r>
                        <a:rPr lang="en-US" sz="1800" b="1" i="0" u="none" strike="noStrike" baseline="0" dirty="0">
                          <a:solidFill>
                            <a:srgbClr val="000000"/>
                          </a:solidFill>
                          <a:latin typeface="Times New Roman" panose="02020603050405020304" pitchFamily="18" charset="0"/>
                          <a:cs typeface="Times New Roman" panose="02020603050405020304" pitchFamily="18" charset="0"/>
                        </a:rPr>
                        <a:t>	</a:t>
                      </a:r>
                    </a:p>
                    <a:p>
                      <a:pPr algn="just"/>
                      <a:endParaRPr lang="en-IN"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IN" b="1" dirty="0">
                          <a:solidFill>
                            <a:schemeClr val="accent2"/>
                          </a:solidFill>
                          <a:latin typeface="Times New Roman" panose="02020603050405020304" pitchFamily="18" charset="0"/>
                          <a:cs typeface="Times New Roman" panose="02020603050405020304" pitchFamily="18" charset="0"/>
                        </a:rPr>
                        <a:t>ADVANTAGES:</a:t>
                      </a:r>
                      <a:endParaRPr lang="en-IN" sz="1800" b="1"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Reduced Downtime</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Predictive Maintenance</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Improved Performance</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Data Collection</a:t>
                      </a:r>
                    </a:p>
                    <a:p>
                      <a:pPr algn="just"/>
                      <a:r>
                        <a:rPr lang="en-IN" b="1" dirty="0">
                          <a:solidFill>
                            <a:schemeClr val="accent2"/>
                          </a:solidFill>
                          <a:latin typeface="Times New Roman" panose="02020603050405020304" pitchFamily="18" charset="0"/>
                          <a:cs typeface="Times New Roman" panose="02020603050405020304" pitchFamily="18" charset="0"/>
                        </a:rPr>
                        <a:t>DISADVANTAGES:</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Initial Implementation Costs</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Complexity</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Energy Consumption</a:t>
                      </a:r>
                    </a:p>
                    <a:p>
                      <a:pPr algn="just"/>
                      <a:r>
                        <a:rPr lang="en-IN" sz="1800" b="1" i="0" u="none" strike="noStrike" baseline="0" dirty="0">
                          <a:solidFill>
                            <a:srgbClr val="000000"/>
                          </a:solidFill>
                          <a:latin typeface="Times New Roman" panose="02020603050405020304" pitchFamily="18" charset="0"/>
                          <a:cs typeface="Times New Roman" panose="02020603050405020304" pitchFamily="18" charset="0"/>
                        </a:rPr>
                        <a:t>Dependence On Technology	</a:t>
                      </a:r>
                    </a:p>
                    <a:p>
                      <a:pPr algn="just"/>
                      <a:r>
                        <a:rPr lang="en-IN" b="1" dirty="0">
                          <a:solidFill>
                            <a:schemeClr val="accent2"/>
                          </a:solidFill>
                          <a:latin typeface="Times New Roman" panose="02020603050405020304" pitchFamily="18" charset="0"/>
                          <a:cs typeface="Times New Roman" panose="02020603050405020304" pitchFamily="18" charset="0"/>
                        </a:rPr>
                        <a:t>FUTURE SCOPE:</a:t>
                      </a:r>
                    </a:p>
                    <a:p>
                      <a:pPr algn="just"/>
                      <a:r>
                        <a:rPr lang="en-US" sz="1800" b="1" i="0" u="none" strike="noStrike" baseline="0" dirty="0">
                          <a:solidFill>
                            <a:srgbClr val="000000"/>
                          </a:solidFill>
                          <a:latin typeface="Times New Roman" panose="02020603050405020304" pitchFamily="18" charset="0"/>
                          <a:cs typeface="Times New Roman" panose="02020603050405020304" pitchFamily="18" charset="0"/>
                        </a:rPr>
                        <a:t>Approach To Enhancing Solar Tracker Reliability And Sets The Stage For Future Advancements In The Maintenance </a:t>
                      </a:r>
                    </a:p>
                    <a:p>
                      <a:pPr algn="just"/>
                      <a:endParaRPr lang="en-IN" b="1" dirty="0">
                        <a:solidFill>
                          <a:schemeClr val="accent2"/>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50556917"/>
                  </a:ext>
                </a:extLst>
              </a:tr>
            </a:tbl>
          </a:graphicData>
        </a:graphic>
      </p:graphicFrame>
    </p:spTree>
    <p:extLst>
      <p:ext uri="{BB962C8B-B14F-4D97-AF65-F5344CB8AC3E}">
        <p14:creationId xmlns:p14="http://schemas.microsoft.com/office/powerpoint/2010/main" val="14234284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8">
            <a:extLst>
              <a:ext uri="{FF2B5EF4-FFF2-40B4-BE49-F238E27FC236}">
                <a16:creationId xmlns:a16="http://schemas.microsoft.com/office/drawing/2014/main" id="{957085AA-BAAD-546B-E674-7195089A0402}"/>
              </a:ext>
            </a:extLst>
          </p:cNvPr>
          <p:cNvSpPr>
            <a:spLocks noGrp="1"/>
          </p:cNvSpPr>
          <p:nvPr>
            <p:ph type="dt" sz="half" idx="10"/>
          </p:nvPr>
        </p:nvSpPr>
        <p:spPr/>
        <p:txBody>
          <a:bodyPr/>
          <a:lstStyle/>
          <a:p>
            <a:fld id="{274A86D1-735A-499B-A4DA-C0EE4A61D966}" type="datetime1">
              <a:rPr lang="en-US" smtClean="0"/>
              <a:t>12/23/2024</a:t>
            </a:fld>
            <a:endParaRPr lang="en-IN"/>
          </a:p>
        </p:txBody>
      </p:sp>
      <p:sp>
        <p:nvSpPr>
          <p:cNvPr id="10" name="Footer Placeholder 9">
            <a:extLst>
              <a:ext uri="{FF2B5EF4-FFF2-40B4-BE49-F238E27FC236}">
                <a16:creationId xmlns:a16="http://schemas.microsoft.com/office/drawing/2014/main" id="{C0B3CED8-BA53-C2CE-A2E3-95549305B412}"/>
              </a:ext>
            </a:extLst>
          </p:cNvPr>
          <p:cNvSpPr>
            <a:spLocks noGrp="1"/>
          </p:cNvSpPr>
          <p:nvPr>
            <p:ph type="ftr" sz="quarter" idx="11"/>
          </p:nvPr>
        </p:nvSpPr>
        <p:spPr/>
        <p:txBody>
          <a:bodyPr/>
          <a:lstStyle/>
          <a:p>
            <a:r>
              <a:rPr lang="en-US"/>
              <a:t>Department of ECE,SVIT</a:t>
            </a:r>
            <a:endParaRPr lang="en-US" dirty="0"/>
          </a:p>
        </p:txBody>
      </p:sp>
      <p:sp>
        <p:nvSpPr>
          <p:cNvPr id="11" name="Slide Number Placeholder 10">
            <a:extLst>
              <a:ext uri="{FF2B5EF4-FFF2-40B4-BE49-F238E27FC236}">
                <a16:creationId xmlns:a16="http://schemas.microsoft.com/office/drawing/2014/main" id="{46C07D8A-4C1B-B375-00C8-615E7A6449DC}"/>
              </a:ext>
            </a:extLst>
          </p:cNvPr>
          <p:cNvSpPr>
            <a:spLocks noGrp="1"/>
          </p:cNvSpPr>
          <p:nvPr>
            <p:ph type="sldNum" sz="quarter" idx="12"/>
          </p:nvPr>
        </p:nvSpPr>
        <p:spPr/>
        <p:txBody>
          <a:bodyPr/>
          <a:lstStyle/>
          <a:p>
            <a:fld id="{75DF2D63-3FF5-D547-96B9-BE9CCD1ABA58}" type="slidenum">
              <a:rPr lang="en-US" smtClean="0"/>
              <a:pPr/>
              <a:t>10</a:t>
            </a:fld>
            <a:endParaRPr lang="en-US" dirty="0"/>
          </a:p>
        </p:txBody>
      </p:sp>
      <p:sp>
        <p:nvSpPr>
          <p:cNvPr id="2" name="Title 1">
            <a:extLst>
              <a:ext uri="{FF2B5EF4-FFF2-40B4-BE49-F238E27FC236}">
                <a16:creationId xmlns:a16="http://schemas.microsoft.com/office/drawing/2014/main" id="{A5830E07-7754-E151-3974-3C62AB0D27F2}"/>
              </a:ext>
            </a:extLst>
          </p:cNvPr>
          <p:cNvSpPr>
            <a:spLocks noGrp="1"/>
          </p:cNvSpPr>
          <p:nvPr>
            <p:ph type="title" idx="4294967295"/>
          </p:nvPr>
        </p:nvSpPr>
        <p:spPr>
          <a:xfrm>
            <a:off x="579209" y="1393973"/>
            <a:ext cx="12063663" cy="714375"/>
          </a:xfrm>
        </p:spPr>
        <p:txBody>
          <a:bodyPr>
            <a:normAutofit/>
          </a:bodyPr>
          <a:lstStyle/>
          <a:p>
            <a:r>
              <a:rPr lang="en-US" sz="3600" b="1" dirty="0">
                <a:latin typeface="Bookman Old Style" panose="02050604050505020204" pitchFamily="18" charset="0"/>
                <a:cs typeface="Times New Roman" panose="02020603050405020304" pitchFamily="18" charset="0"/>
              </a:rPr>
              <a:t>Objectives of the Project</a:t>
            </a:r>
            <a:endParaRPr lang="en-IN" b="1" dirty="0"/>
          </a:p>
        </p:txBody>
      </p:sp>
      <p:sp>
        <p:nvSpPr>
          <p:cNvPr id="7" name="TextBox 6">
            <a:extLst>
              <a:ext uri="{FF2B5EF4-FFF2-40B4-BE49-F238E27FC236}">
                <a16:creationId xmlns:a16="http://schemas.microsoft.com/office/drawing/2014/main" id="{346B1813-61A6-6D01-7C48-88E526CEF4FE}"/>
              </a:ext>
            </a:extLst>
          </p:cNvPr>
          <p:cNvSpPr txBox="1"/>
          <p:nvPr/>
        </p:nvSpPr>
        <p:spPr>
          <a:xfrm>
            <a:off x="697197" y="2845077"/>
            <a:ext cx="11225463" cy="1323439"/>
          </a:xfrm>
          <a:prstGeom prst="rect">
            <a:avLst/>
          </a:prstGeom>
          <a:noFill/>
        </p:spPr>
        <p:txBody>
          <a:bodyPr wrap="square">
            <a:spAutoFit/>
          </a:bodyPr>
          <a:lstStyle/>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rPr>
              <a:t>To design a dual solar tracking system that can collect maximum amount of sunlight on the solar panel.</a:t>
            </a:r>
          </a:p>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rPr>
              <a:t>To reduce the need for manual intervention in solar panel positioning</a:t>
            </a:r>
          </a:p>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rPr>
              <a:t>To adapt to changing weather conditions and sunlight intensity, ensuring reliable energy .</a:t>
            </a:r>
          </a:p>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rPr>
              <a:t>To increase the energy generated from a fixed area by maximizing the efficiency of solar panels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4402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30E07-7754-E151-3974-3C62AB0D27F2}"/>
              </a:ext>
            </a:extLst>
          </p:cNvPr>
          <p:cNvSpPr>
            <a:spLocks noGrp="1"/>
          </p:cNvSpPr>
          <p:nvPr>
            <p:ph type="title"/>
          </p:nvPr>
        </p:nvSpPr>
        <p:spPr>
          <a:xfrm>
            <a:off x="1181100" y="307919"/>
            <a:ext cx="9829800" cy="835082"/>
          </a:xfrm>
        </p:spPr>
        <p:txBody>
          <a:bodyPr>
            <a:normAutofit/>
          </a:bodyPr>
          <a:lstStyle/>
          <a:p>
            <a:r>
              <a:rPr lang="en-US" sz="4000" b="1" dirty="0">
                <a:latin typeface="Bookman Old Style" panose="02050604050505020204" pitchFamily="18" charset="0"/>
                <a:cs typeface="Times New Roman" panose="02020603050405020304" pitchFamily="18" charset="0"/>
              </a:rPr>
              <a:t>METHODOLOGY</a:t>
            </a:r>
            <a:endParaRPr lang="en-IN" dirty="0"/>
          </a:p>
        </p:txBody>
      </p:sp>
      <p:sp>
        <p:nvSpPr>
          <p:cNvPr id="8" name="Date Placeholder 7">
            <a:extLst>
              <a:ext uri="{FF2B5EF4-FFF2-40B4-BE49-F238E27FC236}">
                <a16:creationId xmlns:a16="http://schemas.microsoft.com/office/drawing/2014/main" id="{DC4E8162-D996-CE6F-378E-BBCA1FEA321A}"/>
              </a:ext>
            </a:extLst>
          </p:cNvPr>
          <p:cNvSpPr>
            <a:spLocks noGrp="1"/>
          </p:cNvSpPr>
          <p:nvPr>
            <p:ph type="dt" sz="half" idx="10"/>
          </p:nvPr>
        </p:nvSpPr>
        <p:spPr/>
        <p:txBody>
          <a:bodyPr/>
          <a:lstStyle/>
          <a:p>
            <a:fld id="{A3B813DF-FDD9-4141-B1CF-EDD928864CC8}" type="datetime1">
              <a:rPr lang="en-US" smtClean="0"/>
              <a:t>12/23/2024</a:t>
            </a:fld>
            <a:endParaRPr lang="en-IN"/>
          </a:p>
        </p:txBody>
      </p:sp>
      <p:sp>
        <p:nvSpPr>
          <p:cNvPr id="9" name="Footer Placeholder 8">
            <a:extLst>
              <a:ext uri="{FF2B5EF4-FFF2-40B4-BE49-F238E27FC236}">
                <a16:creationId xmlns:a16="http://schemas.microsoft.com/office/drawing/2014/main" id="{F51960A0-0FE5-3290-321C-B001E8BC5E9B}"/>
              </a:ext>
            </a:extLst>
          </p:cNvPr>
          <p:cNvSpPr>
            <a:spLocks noGrp="1"/>
          </p:cNvSpPr>
          <p:nvPr>
            <p:ph type="ftr" sz="quarter" idx="11"/>
          </p:nvPr>
        </p:nvSpPr>
        <p:spPr/>
        <p:txBody>
          <a:bodyPr/>
          <a:lstStyle/>
          <a:p>
            <a:r>
              <a:rPr lang="en-US"/>
              <a:t>Department of ECE,SVIT</a:t>
            </a:r>
            <a:endParaRPr lang="en-US" dirty="0"/>
          </a:p>
        </p:txBody>
      </p:sp>
      <p:sp>
        <p:nvSpPr>
          <p:cNvPr id="10" name="Slide Number Placeholder 9">
            <a:extLst>
              <a:ext uri="{FF2B5EF4-FFF2-40B4-BE49-F238E27FC236}">
                <a16:creationId xmlns:a16="http://schemas.microsoft.com/office/drawing/2014/main" id="{E3C530B8-271A-05CB-B784-4ADDE52BF5EE}"/>
              </a:ext>
            </a:extLst>
          </p:cNvPr>
          <p:cNvSpPr>
            <a:spLocks noGrp="1"/>
          </p:cNvSpPr>
          <p:nvPr>
            <p:ph type="sldNum" sz="quarter" idx="12"/>
          </p:nvPr>
        </p:nvSpPr>
        <p:spPr/>
        <p:txBody>
          <a:bodyPr/>
          <a:lstStyle/>
          <a:p>
            <a:fld id="{75DF2D63-3FF5-D547-96B9-BE9CCD1ABA58}" type="slidenum">
              <a:rPr lang="en-US" smtClean="0"/>
              <a:pPr/>
              <a:t>11</a:t>
            </a:fld>
            <a:endParaRPr lang="en-US" dirty="0"/>
          </a:p>
        </p:txBody>
      </p:sp>
      <p:sp>
        <p:nvSpPr>
          <p:cNvPr id="3" name="Rectangle 2"/>
          <p:cNvSpPr>
            <a:spLocks noChangeArrowheads="1"/>
          </p:cNvSpPr>
          <p:nvPr/>
        </p:nvSpPr>
        <p:spPr bwMode="auto">
          <a:xfrm>
            <a:off x="-96982" y="1143489"/>
            <a:ext cx="147870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71282" tIns="0" rIns="91440" bIns="0" numCol="1" anchor="ctr" anchorCtr="0" compatLnSpc="1">
            <a:prstTxWarp prst="textNoShape">
              <a:avLst/>
            </a:prstTxWarp>
            <a:spAutoFit/>
          </a:bodyPr>
          <a:lstStyle/>
          <a:p>
            <a:pPr marL="457200" marR="0" lvl="1" indent="0" algn="l" defTabSz="914400" rtl="0" eaLnBrk="0" fontAlgn="base" latinLnBrk="0" hangingPunct="0">
              <a:lnSpc>
                <a:spcPct val="100000"/>
              </a:lnSpc>
              <a:spcBef>
                <a:spcPct val="0"/>
              </a:spcBef>
              <a:spcAft>
                <a:spcPct val="0"/>
              </a:spcAft>
              <a:buClrTx/>
              <a:buSzPct val="100000"/>
              <a:buFontTx/>
              <a:buAutoNum type="arabicPeriod"/>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Block Diagram</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49" name="Picture 2"/>
          <p:cNvPicPr>
            <a:picLocks noChangeAspect="1" noChangeArrowheads="1"/>
          </p:cNvPicPr>
          <p:nvPr/>
        </p:nvPicPr>
        <p:blipFill>
          <a:blip r:embed="rId2">
            <a:extLst>
              <a:ext uri="{28A0092B-C50C-407E-A947-70E740481C1C}">
                <a14:useLocalDpi xmlns:a14="http://schemas.microsoft.com/office/drawing/2010/main" val="0"/>
              </a:ext>
            </a:extLst>
          </a:blip>
          <a:srcRect l="6522" t="6015" r="6012"/>
          <a:stretch>
            <a:fillRect/>
          </a:stretch>
        </p:blipFill>
        <p:spPr bwMode="auto">
          <a:xfrm>
            <a:off x="1928813" y="1947749"/>
            <a:ext cx="8053387" cy="382648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0" y="1891288"/>
            <a:ext cx="1478701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071451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B615189-E5EF-4940-BDE9-99F45047E315}" type="datetime1">
              <a:rPr lang="en-US" smtClean="0"/>
              <a:t>12/23/2024</a:t>
            </a:fld>
            <a:endParaRPr lang="en-IN"/>
          </a:p>
        </p:txBody>
      </p:sp>
      <p:sp>
        <p:nvSpPr>
          <p:cNvPr id="5" name="Footer Placeholder 4"/>
          <p:cNvSpPr>
            <a:spLocks noGrp="1"/>
          </p:cNvSpPr>
          <p:nvPr>
            <p:ph type="ftr" sz="quarter" idx="11"/>
          </p:nvPr>
        </p:nvSpPr>
        <p:spPr/>
        <p:txBody>
          <a:bodyPr/>
          <a:lstStyle/>
          <a:p>
            <a:r>
              <a:rPr lang="en-US"/>
              <a:t>Department of ECE,SVIT</a:t>
            </a:r>
            <a:endParaRPr lang="en-US" dirty="0"/>
          </a:p>
        </p:txBody>
      </p:sp>
      <p:sp>
        <p:nvSpPr>
          <p:cNvPr id="6" name="Slide Number Placeholder 5"/>
          <p:cNvSpPr>
            <a:spLocks noGrp="1"/>
          </p:cNvSpPr>
          <p:nvPr>
            <p:ph type="sldNum" sz="quarter" idx="12"/>
          </p:nvPr>
        </p:nvSpPr>
        <p:spPr/>
        <p:txBody>
          <a:bodyPr/>
          <a:lstStyle/>
          <a:p>
            <a:fld id="{75DF2D63-3FF5-D547-96B9-BE9CCD1ABA58}" type="slidenum">
              <a:rPr lang="en-US" smtClean="0"/>
              <a:pPr/>
              <a:t>12</a:t>
            </a:fld>
            <a:endParaRPr lang="en-US" dirty="0"/>
          </a:p>
        </p:txBody>
      </p:sp>
      <p:sp>
        <p:nvSpPr>
          <p:cNvPr id="7" name="Rectangle 2"/>
          <p:cNvSpPr>
            <a:spLocks noChangeArrowheads="1"/>
          </p:cNvSpPr>
          <p:nvPr/>
        </p:nvSpPr>
        <p:spPr bwMode="auto">
          <a:xfrm>
            <a:off x="221673" y="457200"/>
            <a:ext cx="3095987" cy="56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71282"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Flow Chart/ Algorithm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6327" y="836757"/>
            <a:ext cx="6248399" cy="514003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237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30E07-7754-E151-3974-3C62AB0D27F2}"/>
              </a:ext>
            </a:extLst>
          </p:cNvPr>
          <p:cNvSpPr>
            <a:spLocks noGrp="1"/>
          </p:cNvSpPr>
          <p:nvPr>
            <p:ph type="title"/>
          </p:nvPr>
        </p:nvSpPr>
        <p:spPr>
          <a:xfrm>
            <a:off x="703812" y="1139661"/>
            <a:ext cx="10448785" cy="552774"/>
          </a:xfrm>
        </p:spPr>
        <p:txBody>
          <a:bodyPr>
            <a:normAutofit fontScale="90000"/>
          </a:bodyPr>
          <a:lstStyle/>
          <a:p>
            <a:r>
              <a:rPr lang="en-US" sz="3600" b="1" dirty="0">
                <a:latin typeface="Times New Roman" panose="02020603050405020304" pitchFamily="18" charset="0"/>
                <a:cs typeface="Times New Roman" panose="02020603050405020304" pitchFamily="18" charset="0"/>
              </a:rPr>
              <a:t>Results and Discussion</a:t>
            </a:r>
            <a:endParaRPr lang="en-IN" sz="3600" b="1" dirty="0"/>
          </a:p>
        </p:txBody>
      </p:sp>
      <p:sp>
        <p:nvSpPr>
          <p:cNvPr id="8" name="Date Placeholder 7">
            <a:extLst>
              <a:ext uri="{FF2B5EF4-FFF2-40B4-BE49-F238E27FC236}">
                <a16:creationId xmlns:a16="http://schemas.microsoft.com/office/drawing/2014/main" id="{51D31635-474B-4D1F-BA49-A9C43CB35C9A}"/>
              </a:ext>
            </a:extLst>
          </p:cNvPr>
          <p:cNvSpPr>
            <a:spLocks noGrp="1"/>
          </p:cNvSpPr>
          <p:nvPr>
            <p:ph type="dt" sz="half" idx="10"/>
          </p:nvPr>
        </p:nvSpPr>
        <p:spPr/>
        <p:txBody>
          <a:bodyPr/>
          <a:lstStyle/>
          <a:p>
            <a:fld id="{F6CEA50A-ACCF-4C2D-8862-F56C0FF9259D}" type="datetime1">
              <a:rPr lang="en-US" smtClean="0"/>
              <a:t>12/23/2024</a:t>
            </a:fld>
            <a:endParaRPr lang="en-IN"/>
          </a:p>
        </p:txBody>
      </p:sp>
      <p:sp>
        <p:nvSpPr>
          <p:cNvPr id="9" name="Footer Placeholder 8">
            <a:extLst>
              <a:ext uri="{FF2B5EF4-FFF2-40B4-BE49-F238E27FC236}">
                <a16:creationId xmlns:a16="http://schemas.microsoft.com/office/drawing/2014/main" id="{A4184460-61CB-8333-4090-1474F984BBAF}"/>
              </a:ext>
            </a:extLst>
          </p:cNvPr>
          <p:cNvSpPr>
            <a:spLocks noGrp="1"/>
          </p:cNvSpPr>
          <p:nvPr>
            <p:ph type="ftr" sz="quarter" idx="11"/>
          </p:nvPr>
        </p:nvSpPr>
        <p:spPr/>
        <p:txBody>
          <a:bodyPr/>
          <a:lstStyle/>
          <a:p>
            <a:r>
              <a:rPr lang="en-US"/>
              <a:t>Department of ECE,SVIT</a:t>
            </a:r>
            <a:endParaRPr lang="en-US" dirty="0"/>
          </a:p>
        </p:txBody>
      </p:sp>
      <p:sp>
        <p:nvSpPr>
          <p:cNvPr id="10" name="Slide Number Placeholder 9">
            <a:extLst>
              <a:ext uri="{FF2B5EF4-FFF2-40B4-BE49-F238E27FC236}">
                <a16:creationId xmlns:a16="http://schemas.microsoft.com/office/drawing/2014/main" id="{4B37FFDC-7F39-A8C8-A3DF-2306880C0350}"/>
              </a:ext>
            </a:extLst>
          </p:cNvPr>
          <p:cNvSpPr>
            <a:spLocks noGrp="1"/>
          </p:cNvSpPr>
          <p:nvPr>
            <p:ph type="sldNum" sz="quarter" idx="12"/>
          </p:nvPr>
        </p:nvSpPr>
        <p:spPr>
          <a:xfrm>
            <a:off x="8610600" y="6336686"/>
            <a:ext cx="2743200" cy="365125"/>
          </a:xfrm>
        </p:spPr>
        <p:txBody>
          <a:bodyPr/>
          <a:lstStyle/>
          <a:p>
            <a:fld id="{75DF2D63-3FF5-D547-96B9-BE9CCD1ABA58}" type="slidenum">
              <a:rPr lang="en-US" smtClean="0"/>
              <a:pPr/>
              <a:t>13</a:t>
            </a:fld>
            <a:endParaRPr lang="en-US" dirty="0"/>
          </a:p>
        </p:txBody>
      </p:sp>
      <p:sp>
        <p:nvSpPr>
          <p:cNvPr id="3" name="Rectangle 2"/>
          <p:cNvSpPr/>
          <p:nvPr/>
        </p:nvSpPr>
        <p:spPr>
          <a:xfrm>
            <a:off x="668996" y="1927933"/>
            <a:ext cx="6739207" cy="4247317"/>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The system’s performance will be evaluated based on its ability to track sunlight efficiently, the impact on solar energy collection, and potential improvements. The tracker offers a promising solution for maximizing solar energy generation, with future advancements poised to make the system more efficient, cost-effective, and adaptable to a wide range of applications.</a:t>
            </a:r>
          </a:p>
          <a:p>
            <a:pPr algn="just"/>
            <a:r>
              <a:rPr lang="en-US" dirty="0">
                <a:latin typeface="Times New Roman" panose="02020603050405020304" pitchFamily="18" charset="0"/>
                <a:cs typeface="Times New Roman" panose="02020603050405020304" pitchFamily="18" charset="0"/>
              </a:rPr>
              <a:t>Future improvements in smart sensors, AI integration, and energy harvesting could help address these challenges and make dual-axis solar tracking more cost-effective and reliable for both residential and commercial applications. As the demand for clean and efficient renewable energy sources continues to grow, dual-axis solar trackers hold the potential to play a crucial role in maximizing the benefits of solar energy, contributing to a more sustainable and energy-efficient future.</a:t>
            </a:r>
          </a:p>
          <a:p>
            <a:pPr algn="just"/>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EA94C5C-5D2F-8A3C-EE0D-E8D82F762229}"/>
              </a:ext>
            </a:extLst>
          </p:cNvPr>
          <p:cNvPicPr>
            <a:picLocks noChangeAspect="1"/>
          </p:cNvPicPr>
          <p:nvPr/>
        </p:nvPicPr>
        <p:blipFill>
          <a:blip r:embed="rId2"/>
          <a:srcRect l="6875" t="11156" r="23871" b="14293"/>
          <a:stretch/>
        </p:blipFill>
        <p:spPr>
          <a:xfrm>
            <a:off x="7744958" y="1459712"/>
            <a:ext cx="3954202" cy="3609320"/>
          </a:xfrm>
          <a:prstGeom prst="rect">
            <a:avLst/>
          </a:prstGeom>
        </p:spPr>
      </p:pic>
      <p:sp>
        <p:nvSpPr>
          <p:cNvPr id="7" name="TextBox 6">
            <a:extLst>
              <a:ext uri="{FF2B5EF4-FFF2-40B4-BE49-F238E27FC236}">
                <a16:creationId xmlns:a16="http://schemas.microsoft.com/office/drawing/2014/main" id="{0C147663-2E10-D507-5E22-67CB773FA0BD}"/>
              </a:ext>
            </a:extLst>
          </p:cNvPr>
          <p:cNvSpPr txBox="1"/>
          <p:nvPr/>
        </p:nvSpPr>
        <p:spPr>
          <a:xfrm>
            <a:off x="7805382" y="5069032"/>
            <a:ext cx="3833354" cy="523220"/>
          </a:xfrm>
          <a:prstGeom prst="rect">
            <a:avLst/>
          </a:prstGeom>
          <a:noFill/>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Figure: Working Model Of A Dual Axis Solar Tracker </a:t>
            </a:r>
          </a:p>
        </p:txBody>
      </p:sp>
    </p:spTree>
    <p:extLst>
      <p:ext uri="{BB962C8B-B14F-4D97-AF65-F5344CB8AC3E}">
        <p14:creationId xmlns:p14="http://schemas.microsoft.com/office/powerpoint/2010/main" val="2259377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30E07-7754-E151-3974-3C62AB0D27F2}"/>
              </a:ext>
            </a:extLst>
          </p:cNvPr>
          <p:cNvSpPr>
            <a:spLocks noGrp="1"/>
          </p:cNvSpPr>
          <p:nvPr>
            <p:ph type="title"/>
          </p:nvPr>
        </p:nvSpPr>
        <p:spPr>
          <a:xfrm>
            <a:off x="935182" y="1305750"/>
            <a:ext cx="9829800" cy="537275"/>
          </a:xfrm>
        </p:spPr>
        <p:txBody>
          <a:bodyPr>
            <a:normAutofit fontScale="90000"/>
          </a:bodyPr>
          <a:lstStyle/>
          <a:p>
            <a:r>
              <a:rPr lang="en-US" sz="3600" b="1" dirty="0">
                <a:latin typeface="Times New Roman" panose="02020603050405020304" pitchFamily="18" charset="0"/>
                <a:cs typeface="Times New Roman" panose="02020603050405020304" pitchFamily="18" charset="0"/>
              </a:rPr>
              <a:t>Conclusion and Future Scope</a:t>
            </a:r>
            <a:endParaRPr lang="en-IN" sz="36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BE2A64E-23D0-703D-E213-9A585D7C9419}"/>
              </a:ext>
            </a:extLst>
          </p:cNvPr>
          <p:cNvSpPr>
            <a:spLocks noGrp="1"/>
          </p:cNvSpPr>
          <p:nvPr>
            <p:ph type="dt" sz="half" idx="10"/>
          </p:nvPr>
        </p:nvSpPr>
        <p:spPr/>
        <p:txBody>
          <a:bodyPr/>
          <a:lstStyle/>
          <a:p>
            <a:fld id="{7897A881-0D6E-4093-B81A-594FF57EEEE8}" type="datetime1">
              <a:rPr lang="en-US" smtClean="0"/>
              <a:t>12/23/2024</a:t>
            </a:fld>
            <a:endParaRPr lang="en-IN"/>
          </a:p>
        </p:txBody>
      </p:sp>
      <p:sp>
        <p:nvSpPr>
          <p:cNvPr id="9" name="Footer Placeholder 8">
            <a:extLst>
              <a:ext uri="{FF2B5EF4-FFF2-40B4-BE49-F238E27FC236}">
                <a16:creationId xmlns:a16="http://schemas.microsoft.com/office/drawing/2014/main" id="{BE01225B-B94A-4660-6E0E-A509D201FE46}"/>
              </a:ext>
            </a:extLst>
          </p:cNvPr>
          <p:cNvSpPr>
            <a:spLocks noGrp="1"/>
          </p:cNvSpPr>
          <p:nvPr>
            <p:ph type="ftr" sz="quarter" idx="11"/>
          </p:nvPr>
        </p:nvSpPr>
        <p:spPr/>
        <p:txBody>
          <a:bodyPr/>
          <a:lstStyle/>
          <a:p>
            <a:r>
              <a:rPr lang="en-US"/>
              <a:t>Department of ECE,SVIT</a:t>
            </a:r>
            <a:endParaRPr lang="en-US" dirty="0"/>
          </a:p>
        </p:txBody>
      </p:sp>
      <p:sp>
        <p:nvSpPr>
          <p:cNvPr id="10" name="Slide Number Placeholder 9">
            <a:extLst>
              <a:ext uri="{FF2B5EF4-FFF2-40B4-BE49-F238E27FC236}">
                <a16:creationId xmlns:a16="http://schemas.microsoft.com/office/drawing/2014/main" id="{13849CB6-F62A-D79E-3668-4C2CBA73B3A9}"/>
              </a:ext>
            </a:extLst>
          </p:cNvPr>
          <p:cNvSpPr>
            <a:spLocks noGrp="1"/>
          </p:cNvSpPr>
          <p:nvPr>
            <p:ph type="sldNum" sz="quarter" idx="12"/>
          </p:nvPr>
        </p:nvSpPr>
        <p:spPr/>
        <p:txBody>
          <a:bodyPr/>
          <a:lstStyle/>
          <a:p>
            <a:fld id="{75DF2D63-3FF5-D547-96B9-BE9CCD1ABA58}" type="slidenum">
              <a:rPr lang="en-US" smtClean="0"/>
              <a:pPr/>
              <a:t>14</a:t>
            </a:fld>
            <a:endParaRPr lang="en-US" dirty="0"/>
          </a:p>
        </p:txBody>
      </p:sp>
      <p:sp>
        <p:nvSpPr>
          <p:cNvPr id="3" name="TextBox 2"/>
          <p:cNvSpPr txBox="1"/>
          <p:nvPr/>
        </p:nvSpPr>
        <p:spPr>
          <a:xfrm>
            <a:off x="935182" y="2291595"/>
            <a:ext cx="10134600" cy="3970318"/>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Dual-Axis Solar Tracker system using Arduino, LDR sensors, and servo motors is a highly effective solution for optimizing solar energy collection. By continuously adjusting the position of the solar panel based on sunlight intensity, this system maximizes the amount of solar radiation absorbed, leading to improved energy efficiency. .  The photoelectric method was utilized for solar tracking. An extensive analysis of the total daily energy collection of the system was performed Overall, this innovative combination of technologies holds great potential for increasing the output and effectiveness of solar energy systems in various environments.</a:t>
            </a:r>
          </a:p>
          <a:p>
            <a:pPr algn="just"/>
            <a:r>
              <a:rPr lang="en-US" dirty="0">
                <a:latin typeface="Times New Roman" panose="02020603050405020304" pitchFamily="18" charset="0"/>
                <a:cs typeface="Times New Roman" panose="02020603050405020304" pitchFamily="18" charset="0"/>
              </a:rPr>
              <a:t>The future scope of dual-axis solar trackers is vast and full of potential. As technology advances, costs decline, and efficiency improves, dual-axis trackers are expected to play a significant role in the growth of solar energy. They will likely become more accessible for large-scale solar farms and even for residential applications in certain regions, contributing to a greener, more sustainable future.</a:t>
            </a:r>
            <a:endParaRPr lang="en-IN"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1601940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30E07-7754-E151-3974-3C62AB0D27F2}"/>
              </a:ext>
            </a:extLst>
          </p:cNvPr>
          <p:cNvSpPr>
            <a:spLocks noGrp="1"/>
          </p:cNvSpPr>
          <p:nvPr>
            <p:ph type="title"/>
          </p:nvPr>
        </p:nvSpPr>
        <p:spPr>
          <a:xfrm>
            <a:off x="1498686" y="212884"/>
            <a:ext cx="9829800" cy="537275"/>
          </a:xfrm>
        </p:spPr>
        <p:txBody>
          <a:bodyPr>
            <a:normAutofit fontScale="90000"/>
          </a:bodyPr>
          <a:lstStyle/>
          <a:p>
            <a:r>
              <a:rPr lang="en-US"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DC122AE-C1DA-01DF-3B9A-F1C45C1DA74D}"/>
              </a:ext>
            </a:extLst>
          </p:cNvPr>
          <p:cNvSpPr txBox="1"/>
          <p:nvPr/>
        </p:nvSpPr>
        <p:spPr>
          <a:xfrm>
            <a:off x="0" y="750159"/>
            <a:ext cx="11949194" cy="5632311"/>
          </a:xfrm>
          <a:prstGeom prst="rect">
            <a:avLst/>
          </a:prstGeom>
          <a:noFill/>
        </p:spPr>
        <p:txBody>
          <a:bodyPr wrap="square">
            <a:spAutoFit/>
          </a:bodyPr>
          <a:lstStyle/>
          <a:p>
            <a:pPr lvl="2" algn="just"/>
            <a:r>
              <a:rPr lang="en-US" b="1"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Lim, Boon-Han, </a:t>
            </a:r>
            <a:r>
              <a:rPr lang="en-US" dirty="0" err="1">
                <a:latin typeface="Times New Roman" panose="02020603050405020304" pitchFamily="18" charset="0"/>
                <a:cs typeface="Times New Roman" panose="02020603050405020304" pitchFamily="18" charset="0"/>
              </a:rPr>
              <a:t>Chern</a:t>
            </a:r>
            <a:r>
              <a:rPr lang="en-US" dirty="0">
                <a:latin typeface="Times New Roman" panose="02020603050405020304" pitchFamily="18" charset="0"/>
                <a:cs typeface="Times New Roman" panose="02020603050405020304" pitchFamily="18" charset="0"/>
              </a:rPr>
              <a:t>-Sing Lim, Hu Li, Xing-Lan Hu, </a:t>
            </a:r>
            <a:r>
              <a:rPr lang="en-US" dirty="0" err="1">
                <a:latin typeface="Times New Roman" panose="02020603050405020304" pitchFamily="18" charset="0"/>
                <a:cs typeface="Times New Roman" panose="02020603050405020304" pitchFamily="18" charset="0"/>
              </a:rPr>
              <a:t>Kok-Keong</a:t>
            </a:r>
            <a:r>
              <a:rPr lang="en-US" dirty="0">
                <a:latin typeface="Times New Roman" panose="02020603050405020304" pitchFamily="18" charset="0"/>
                <a:cs typeface="Times New Roman" panose="02020603050405020304" pitchFamily="18" charset="0"/>
              </a:rPr>
              <a:t> Chong, </a:t>
            </a:r>
            <a:r>
              <a:rPr lang="en-US" dirty="0" err="1">
                <a:latin typeface="Times New Roman" panose="02020603050405020304" pitchFamily="18" charset="0"/>
                <a:cs typeface="Times New Roman" panose="02020603050405020304" pitchFamily="18" charset="0"/>
              </a:rPr>
              <a:t>JinLong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Zong</a:t>
            </a:r>
            <a:r>
              <a:rPr lang="en-US" dirty="0">
                <a:latin typeface="Times New Roman" panose="02020603050405020304" pitchFamily="18" charset="0"/>
                <a:cs typeface="Times New Roman" panose="02020603050405020304" pitchFamily="18" charset="0"/>
              </a:rPr>
              <a:t>, Ke Kang, and </a:t>
            </a:r>
            <a:r>
              <a:rPr lang="en-US" dirty="0" err="1">
                <a:latin typeface="Times New Roman" panose="02020603050405020304" pitchFamily="18" charset="0"/>
                <a:cs typeface="Times New Roman" panose="02020603050405020304" pitchFamily="18" charset="0"/>
              </a:rPr>
              <a:t>Woei</a:t>
            </a:r>
            <a:r>
              <a:rPr lang="en-US" dirty="0">
                <a:latin typeface="Times New Roman" panose="02020603050405020304" pitchFamily="18" charset="0"/>
                <a:cs typeface="Times New Roman" panose="02020603050405020304" pitchFamily="18" charset="0"/>
              </a:rPr>
              <a:t>-Chong Tan. "Industrial design and implementation of a large-scale dual-axis sun tracker with a vertical-</a:t>
            </a:r>
            <a:r>
              <a:rPr lang="en-US" dirty="0" err="1">
                <a:latin typeface="Times New Roman" panose="02020603050405020304" pitchFamily="18" charset="0"/>
                <a:cs typeface="Times New Roman" panose="02020603050405020304" pitchFamily="18" charset="0"/>
              </a:rPr>
              <a:t>axisrotating</a:t>
            </a:r>
            <a:r>
              <a:rPr lang="en-US" dirty="0">
                <a:latin typeface="Times New Roman" panose="02020603050405020304" pitchFamily="18" charset="0"/>
                <a:cs typeface="Times New Roman" panose="02020603050405020304" pitchFamily="18" charset="0"/>
              </a:rPr>
              <a:t>-platform and multiple-row-elevation structures." Solar Energy 199 (2020): 596-616</a:t>
            </a:r>
            <a:r>
              <a:rPr lang="en-US" b="1"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lvl="2" algn="just"/>
            <a:r>
              <a:rPr lang="en-IN" b="1" dirty="0">
                <a:latin typeface="Times New Roman" panose="02020603050405020304" pitchFamily="18" charset="0"/>
                <a:cs typeface="Times New Roman" panose="02020603050405020304" pitchFamily="18" charset="0"/>
              </a:rPr>
              <a:t>2</a:t>
            </a:r>
            <a:r>
              <a:rPr lang="en-IN" dirty="0">
                <a:latin typeface="Times New Roman" panose="02020603050405020304" pitchFamily="18" charset="0"/>
                <a:cs typeface="Times New Roman" panose="02020603050405020304" pitchFamily="18" charset="0"/>
              </a:rPr>
              <a:t>.   C. D. Rodríguez-Gallegos, O. Gandhi, S. K. Panda and T. </a:t>
            </a:r>
            <a:r>
              <a:rPr lang="en-IN" dirty="0" err="1">
                <a:latin typeface="Times New Roman" panose="02020603050405020304" pitchFamily="18" charset="0"/>
                <a:cs typeface="Times New Roman" panose="02020603050405020304" pitchFamily="18" charset="0"/>
              </a:rPr>
              <a:t>Reindl</a:t>
            </a:r>
            <a:r>
              <a:rPr lang="en-IN" dirty="0">
                <a:latin typeface="Times New Roman" panose="02020603050405020304" pitchFamily="18" charset="0"/>
                <a:cs typeface="Times New Roman" panose="02020603050405020304" pitchFamily="18" charset="0"/>
              </a:rPr>
              <a:t>, "On the </a:t>
            </a:r>
            <a:r>
              <a:rPr lang="en-IN" dirty="0" err="1">
                <a:latin typeface="Times New Roman" panose="02020603050405020304" pitchFamily="18" charset="0"/>
                <a:cs typeface="Times New Roman" panose="02020603050405020304" pitchFamily="18" charset="0"/>
              </a:rPr>
              <a:t>PVTracker</a:t>
            </a:r>
            <a:r>
              <a:rPr lang="en-IN" dirty="0">
                <a:latin typeface="Times New Roman" panose="02020603050405020304" pitchFamily="18" charset="0"/>
                <a:cs typeface="Times New Roman" panose="02020603050405020304" pitchFamily="18" charset="0"/>
              </a:rPr>
              <a:t> Performance: Tracking the Sun Versus Tracking the Best Orientation," in IEEE Journal of Photovoltaics, vol. 10, no. 5, pp. 1474-1480, Sept. 2020,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10.1109/JPHOTOV.2020.3006994. keywords: {</a:t>
            </a:r>
            <a:r>
              <a:rPr lang="en-IN" dirty="0" err="1">
                <a:latin typeface="Times New Roman" panose="02020603050405020304" pitchFamily="18" charset="0"/>
                <a:cs typeface="Times New Roman" panose="02020603050405020304" pitchFamily="18" charset="0"/>
              </a:rPr>
              <a:t>Sun;Meteorology;Mathematical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model;Photovoltaic</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systems;Sensors;Periodic</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structures;Bifacial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modules;dual</a:t>
            </a:r>
            <a:r>
              <a:rPr lang="en-IN" dirty="0">
                <a:latin typeface="Times New Roman" panose="02020603050405020304" pitchFamily="18" charset="0"/>
                <a:cs typeface="Times New Roman" panose="02020603050405020304" pitchFamily="18" charset="0"/>
              </a:rPr>
              <a:t> axis tracker (2T);horizontal single axis tracker (HSAT);</a:t>
            </a:r>
            <a:r>
              <a:rPr lang="en-IN" dirty="0" err="1">
                <a:latin typeface="Times New Roman" panose="02020603050405020304" pitchFamily="18" charset="0"/>
                <a:cs typeface="Times New Roman" panose="02020603050405020304" pitchFamily="18" charset="0"/>
              </a:rPr>
              <a:t>monofacial</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modules;tilted</a:t>
            </a:r>
            <a:r>
              <a:rPr lang="en-IN" dirty="0">
                <a:latin typeface="Times New Roman" panose="02020603050405020304" pitchFamily="18" charset="0"/>
                <a:cs typeface="Times New Roman" panose="02020603050405020304" pitchFamily="18" charset="0"/>
              </a:rPr>
              <a:t> single axis tracker (TSAT)}.</a:t>
            </a:r>
            <a:endParaRPr lang="en-IN" sz="1600" dirty="0">
              <a:latin typeface="Times New Roman" panose="02020603050405020304" pitchFamily="18" charset="0"/>
              <a:cs typeface="Times New Roman" panose="02020603050405020304" pitchFamily="18" charset="0"/>
            </a:endParaRPr>
          </a:p>
          <a:p>
            <a:pPr lvl="2" algn="just"/>
            <a:r>
              <a:rPr lang="en-IN" b="1" dirty="0">
                <a:latin typeface="Times New Roman" panose="02020603050405020304" pitchFamily="18" charset="0"/>
                <a:cs typeface="Times New Roman" panose="02020603050405020304" pitchFamily="18" charset="0"/>
              </a:rPr>
              <a:t>3.   </a:t>
            </a:r>
            <a:r>
              <a:rPr lang="en-IN" dirty="0">
                <a:latin typeface="Times New Roman" panose="02020603050405020304" pitchFamily="18" charset="0"/>
                <a:cs typeface="Times New Roman" panose="02020603050405020304" pitchFamily="18" charset="0"/>
              </a:rPr>
              <a:t>S. L. </a:t>
            </a:r>
            <a:r>
              <a:rPr lang="en-IN" dirty="0" err="1">
                <a:latin typeface="Times New Roman" panose="02020603050405020304" pitchFamily="18" charset="0"/>
                <a:cs typeface="Times New Roman" panose="02020603050405020304" pitchFamily="18" charset="0"/>
              </a:rPr>
              <a:t>Jurj</a:t>
            </a:r>
            <a:r>
              <a:rPr lang="en-IN" dirty="0">
                <a:latin typeface="Times New Roman" panose="02020603050405020304" pitchFamily="18" charset="0"/>
                <a:cs typeface="Times New Roman" panose="02020603050405020304" pitchFamily="18" charset="0"/>
              </a:rPr>
              <a:t> and R. </a:t>
            </a:r>
            <a:r>
              <a:rPr lang="en-IN" dirty="0" err="1">
                <a:latin typeface="Times New Roman" panose="02020603050405020304" pitchFamily="18" charset="0"/>
                <a:cs typeface="Times New Roman" panose="02020603050405020304" pitchFamily="18" charset="0"/>
              </a:rPr>
              <a:t>Rotar</a:t>
            </a:r>
            <a:r>
              <a:rPr lang="en-IN" dirty="0">
                <a:latin typeface="Times New Roman" panose="02020603050405020304" pitchFamily="18" charset="0"/>
                <a:cs typeface="Times New Roman" panose="02020603050405020304" pitchFamily="18" charset="0"/>
              </a:rPr>
              <a:t>, "Increasing the Solar Reliability Factor of a Dual-Axis Solar Tracker Using an Improved Online Built-In Self-Test Architecture," in IEEE Access, vol. 12, pp. 37715-37730, 2024,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10.1109/ACCESS.2024.3375333. keywords: {Circuit </a:t>
            </a:r>
            <a:r>
              <a:rPr lang="en-IN" dirty="0" err="1">
                <a:latin typeface="Times New Roman" panose="02020603050405020304" pitchFamily="18" charset="0"/>
                <a:cs typeface="Times New Roman" panose="02020603050405020304" pitchFamily="18" charset="0"/>
              </a:rPr>
              <a:t>faults;Power</a:t>
            </a:r>
            <a:r>
              <a:rPr lang="en-IN" dirty="0">
                <a:latin typeface="Times New Roman" panose="02020603050405020304" pitchFamily="18" charset="0"/>
                <a:cs typeface="Times New Roman" panose="02020603050405020304" pitchFamily="18" charset="0"/>
              </a:rPr>
              <a:t> system </a:t>
            </a:r>
            <a:r>
              <a:rPr lang="en-IN" dirty="0" err="1">
                <a:latin typeface="Times New Roman" panose="02020603050405020304" pitchFamily="18" charset="0"/>
                <a:cs typeface="Times New Roman" panose="02020603050405020304" pitchFamily="18" charset="0"/>
              </a:rPr>
              <a:t>reliability;Computer</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architecture;Built-in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selftest;Integrated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circuits;Resistors;Motors;Online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services;Tracking;Solar</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energy;Online</a:t>
            </a:r>
            <a:r>
              <a:rPr lang="en-IN" dirty="0">
                <a:latin typeface="Times New Roman" panose="02020603050405020304" pitchFamily="18" charset="0"/>
                <a:cs typeface="Times New Roman" panose="02020603050405020304" pitchFamily="18" charset="0"/>
              </a:rPr>
              <a:t> built-in </a:t>
            </a:r>
            <a:r>
              <a:rPr lang="en-IN" dirty="0" err="1">
                <a:latin typeface="Times New Roman" panose="02020603050405020304" pitchFamily="18" charset="0"/>
                <a:cs typeface="Times New Roman" panose="02020603050405020304" pitchFamily="18" charset="0"/>
              </a:rPr>
              <a:t>self-test;bit-flip</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mechanism;extended</a:t>
            </a:r>
            <a:r>
              <a:rPr lang="en-IN" dirty="0">
                <a:latin typeface="Times New Roman" panose="02020603050405020304" pitchFamily="18" charset="0"/>
                <a:cs typeface="Times New Roman" panose="02020603050405020304" pitchFamily="18" charset="0"/>
              </a:rPr>
              <a:t> hamming </a:t>
            </a:r>
            <a:r>
              <a:rPr lang="en-IN" dirty="0" err="1">
                <a:latin typeface="Times New Roman" panose="02020603050405020304" pitchFamily="18" charset="0"/>
                <a:cs typeface="Times New Roman" panose="02020603050405020304" pitchFamily="18" charset="0"/>
              </a:rPr>
              <a:t>codes;stuck-at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faults;solar</a:t>
            </a:r>
            <a:r>
              <a:rPr lang="en-IN" dirty="0">
                <a:latin typeface="Times New Roman" panose="02020603050405020304" pitchFamily="18" charset="0"/>
                <a:cs typeface="Times New Roman" panose="02020603050405020304" pitchFamily="18" charset="0"/>
              </a:rPr>
              <a:t> tracking}, </a:t>
            </a:r>
            <a:endParaRPr lang="en-IN" sz="1600" dirty="0">
              <a:latin typeface="Times New Roman" panose="02020603050405020304" pitchFamily="18" charset="0"/>
              <a:cs typeface="Times New Roman" panose="02020603050405020304" pitchFamily="18" charset="0"/>
            </a:endParaRPr>
          </a:p>
          <a:p>
            <a:pPr lvl="2" algn="just"/>
            <a:r>
              <a:rPr lang="en-IN" b="1" dirty="0">
                <a:latin typeface="Times New Roman" panose="02020603050405020304" pitchFamily="18" charset="0"/>
                <a:cs typeface="Times New Roman" panose="02020603050405020304" pitchFamily="18" charset="0"/>
              </a:rPr>
              <a:t>4.    </a:t>
            </a:r>
            <a:r>
              <a:rPr lang="en-IN" dirty="0">
                <a:latin typeface="Times New Roman" panose="02020603050405020304" pitchFamily="18" charset="0"/>
                <a:cs typeface="Times New Roman" panose="02020603050405020304" pitchFamily="18" charset="0"/>
              </a:rPr>
              <a:t>M. </a:t>
            </a:r>
            <a:r>
              <a:rPr lang="en-IN" dirty="0" err="1">
                <a:latin typeface="Times New Roman" panose="02020603050405020304" pitchFamily="18" charset="0"/>
                <a:cs typeface="Times New Roman" panose="02020603050405020304" pitchFamily="18" charset="0"/>
              </a:rPr>
              <a:t>Saeedi</a:t>
            </a:r>
            <a:r>
              <a:rPr lang="en-IN" dirty="0">
                <a:latin typeface="Times New Roman" panose="02020603050405020304" pitchFamily="18" charset="0"/>
                <a:cs typeface="Times New Roman" panose="02020603050405020304" pitchFamily="18" charset="0"/>
              </a:rPr>
              <a:t> and R. </a:t>
            </a:r>
            <a:r>
              <a:rPr lang="en-IN" dirty="0" err="1">
                <a:latin typeface="Times New Roman" panose="02020603050405020304" pitchFamily="18" charset="0"/>
                <a:cs typeface="Times New Roman" panose="02020603050405020304" pitchFamily="18" charset="0"/>
              </a:rPr>
              <a:t>Effatnejad</a:t>
            </a:r>
            <a:r>
              <a:rPr lang="en-IN" dirty="0">
                <a:latin typeface="Times New Roman" panose="02020603050405020304" pitchFamily="18" charset="0"/>
                <a:cs typeface="Times New Roman" panose="02020603050405020304" pitchFamily="18" charset="0"/>
              </a:rPr>
              <a:t>, "A New Design of Dual-Axis Solar Tracking System With LDR Sensors by Using the Wheatstone Bridge Circuit," in IEEE Sensors Journal, vol. 21, no. 13, pp. 14915-14922, 1 July1, 2021,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10.1109/JSEN.2021.3072876. keywords: {</a:t>
            </a:r>
            <a:r>
              <a:rPr lang="en-IN" dirty="0" err="1">
                <a:latin typeface="Times New Roman" panose="02020603050405020304" pitchFamily="18" charset="0"/>
                <a:cs typeface="Times New Roman" panose="02020603050405020304" pitchFamily="18" charset="0"/>
              </a:rPr>
              <a:t>Sensors;Bridge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circuits;Resistance;Sun;Shafts;Sensor</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systems;Electrical</a:t>
            </a:r>
            <a:r>
              <a:rPr lang="en-IN" dirty="0">
                <a:latin typeface="Times New Roman" panose="02020603050405020304" pitchFamily="18" charset="0"/>
                <a:cs typeface="Times New Roman" panose="02020603050405020304" pitchFamily="18" charset="0"/>
              </a:rPr>
              <a:t> resistance </a:t>
            </a:r>
            <a:r>
              <a:rPr lang="en-IN" dirty="0" err="1">
                <a:latin typeface="Times New Roman" panose="02020603050405020304" pitchFamily="18" charset="0"/>
                <a:cs typeface="Times New Roman" panose="02020603050405020304" pitchFamily="18" charset="0"/>
              </a:rPr>
              <a:t>measurement;Wheatstone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bridge;LDR</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sensors;DAST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system;PVpanel;closedloop</a:t>
            </a:r>
            <a:r>
              <a:rPr lang="en-IN" dirty="0">
                <a:latin typeface="Times New Roman" panose="02020603050405020304" pitchFamily="18" charset="0"/>
                <a:cs typeface="Times New Roman" panose="02020603050405020304" pitchFamily="18" charset="0"/>
              </a:rPr>
              <a:t> system}, </a:t>
            </a:r>
            <a:endParaRPr lang="en-IN" sz="1600" dirty="0">
              <a:latin typeface="Times New Roman" panose="02020603050405020304" pitchFamily="18" charset="0"/>
              <a:cs typeface="Times New Roman" panose="02020603050405020304" pitchFamily="18" charset="0"/>
            </a:endParaRPr>
          </a:p>
          <a:p>
            <a:pPr lvl="2" algn="just"/>
            <a:r>
              <a:rPr lang="en-IN" b="1" dirty="0">
                <a:latin typeface="Times New Roman" panose="02020603050405020304" pitchFamily="18" charset="0"/>
                <a:cs typeface="Times New Roman" panose="02020603050405020304" pitchFamily="18" charset="0"/>
              </a:rPr>
              <a:t>5.    </a:t>
            </a:r>
            <a:r>
              <a:rPr lang="en-IN" dirty="0">
                <a:latin typeface="Times New Roman" panose="02020603050405020304" pitchFamily="18" charset="0"/>
                <a:cs typeface="Times New Roman" panose="02020603050405020304" pitchFamily="18" charset="0"/>
              </a:rPr>
              <a:t>S. I. Palomino-</a:t>
            </a:r>
            <a:r>
              <a:rPr lang="en-IN" dirty="0" err="1">
                <a:latin typeface="Times New Roman" panose="02020603050405020304" pitchFamily="18" charset="0"/>
                <a:cs typeface="Times New Roman" panose="02020603050405020304" pitchFamily="18" charset="0"/>
              </a:rPr>
              <a:t>Resendiz</a:t>
            </a:r>
            <a:r>
              <a:rPr lang="en-IN" dirty="0">
                <a:latin typeface="Times New Roman" panose="02020603050405020304" pitchFamily="18" charset="0"/>
                <a:cs typeface="Times New Roman" panose="02020603050405020304" pitchFamily="18" charset="0"/>
              </a:rPr>
              <a:t>, F. A. Ortiz-</a:t>
            </a:r>
            <a:r>
              <a:rPr lang="en-IN" dirty="0" err="1">
                <a:latin typeface="Times New Roman" panose="02020603050405020304" pitchFamily="18" charset="0"/>
                <a:cs typeface="Times New Roman" panose="02020603050405020304" pitchFamily="18" charset="0"/>
              </a:rPr>
              <a:t>Martínez</a:t>
            </a:r>
            <a:r>
              <a:rPr lang="en-IN" dirty="0">
                <a:latin typeface="Times New Roman" panose="02020603050405020304" pitchFamily="18" charset="0"/>
                <a:cs typeface="Times New Roman" panose="02020603050405020304" pitchFamily="18" charset="0"/>
              </a:rPr>
              <a:t>, I. V. </a:t>
            </a:r>
            <a:r>
              <a:rPr lang="en-IN" dirty="0" err="1">
                <a:latin typeface="Times New Roman" panose="02020603050405020304" pitchFamily="18" charset="0"/>
                <a:cs typeface="Times New Roman" panose="02020603050405020304" pitchFamily="18" charset="0"/>
              </a:rPr>
              <a:t>Paramo</a:t>
            </a:r>
            <a:r>
              <a:rPr lang="en-IN" dirty="0">
                <a:latin typeface="Times New Roman" panose="02020603050405020304" pitchFamily="18" charset="0"/>
                <a:cs typeface="Times New Roman" panose="02020603050405020304" pitchFamily="18" charset="0"/>
              </a:rPr>
              <a:t>-Ortega, J. M. González-Lira and D. A. Flores-Hernández, "Optimal Selection of the Control Strategy for Dual-Axis Solar Tracking Systems," in IEEE Access, vol. 11, pp. 56561-56573, 2023,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10.1109/ACCESS.2023.3283336</a:t>
            </a:r>
            <a:endParaRPr lang="en-IN" sz="1600" dirty="0">
              <a:latin typeface="Times New Roman" panose="02020603050405020304" pitchFamily="18" charset="0"/>
              <a:cs typeface="Times New Roman" panose="02020603050405020304" pitchFamily="18" charset="0"/>
            </a:endParaRPr>
          </a:p>
        </p:txBody>
      </p:sp>
      <p:sp>
        <p:nvSpPr>
          <p:cNvPr id="9" name="Date Placeholder 8">
            <a:extLst>
              <a:ext uri="{FF2B5EF4-FFF2-40B4-BE49-F238E27FC236}">
                <a16:creationId xmlns:a16="http://schemas.microsoft.com/office/drawing/2014/main" id="{AABAE86F-9C2E-62F0-B9B5-B63BD1AA4CBA}"/>
              </a:ext>
            </a:extLst>
          </p:cNvPr>
          <p:cNvSpPr>
            <a:spLocks noGrp="1"/>
          </p:cNvSpPr>
          <p:nvPr>
            <p:ph type="dt" sz="half" idx="10"/>
          </p:nvPr>
        </p:nvSpPr>
        <p:spPr/>
        <p:txBody>
          <a:bodyPr/>
          <a:lstStyle/>
          <a:p>
            <a:fld id="{4771D588-FA8B-4F84-9423-1A8D3E3014E6}" type="datetime1">
              <a:rPr lang="en-US" smtClean="0"/>
              <a:t>12/23/2024</a:t>
            </a:fld>
            <a:endParaRPr lang="en-IN"/>
          </a:p>
        </p:txBody>
      </p:sp>
      <p:sp>
        <p:nvSpPr>
          <p:cNvPr id="10" name="Footer Placeholder 9">
            <a:extLst>
              <a:ext uri="{FF2B5EF4-FFF2-40B4-BE49-F238E27FC236}">
                <a16:creationId xmlns:a16="http://schemas.microsoft.com/office/drawing/2014/main" id="{B98B7C42-D760-94F9-0A12-95BBADCB246F}"/>
              </a:ext>
            </a:extLst>
          </p:cNvPr>
          <p:cNvSpPr>
            <a:spLocks noGrp="1"/>
          </p:cNvSpPr>
          <p:nvPr>
            <p:ph type="ftr" sz="quarter" idx="11"/>
          </p:nvPr>
        </p:nvSpPr>
        <p:spPr/>
        <p:txBody>
          <a:bodyPr/>
          <a:lstStyle/>
          <a:p>
            <a:r>
              <a:rPr lang="en-US"/>
              <a:t>Department of ECE,SVIT</a:t>
            </a:r>
            <a:endParaRPr lang="en-US" dirty="0"/>
          </a:p>
        </p:txBody>
      </p:sp>
      <p:sp>
        <p:nvSpPr>
          <p:cNvPr id="11" name="Slide Number Placeholder 10">
            <a:extLst>
              <a:ext uri="{FF2B5EF4-FFF2-40B4-BE49-F238E27FC236}">
                <a16:creationId xmlns:a16="http://schemas.microsoft.com/office/drawing/2014/main" id="{ADFCFF31-6038-38BB-9D8C-FBC86C92A9B2}"/>
              </a:ext>
            </a:extLst>
          </p:cNvPr>
          <p:cNvSpPr>
            <a:spLocks noGrp="1"/>
          </p:cNvSpPr>
          <p:nvPr>
            <p:ph type="sldNum" sz="quarter" idx="12"/>
          </p:nvPr>
        </p:nvSpPr>
        <p:spPr/>
        <p:txBody>
          <a:bodyPr/>
          <a:lstStyle/>
          <a:p>
            <a:fld id="{75DF2D63-3FF5-D547-96B9-BE9CCD1ABA58}" type="slidenum">
              <a:rPr lang="en-US" smtClean="0"/>
              <a:pPr/>
              <a:t>15</a:t>
            </a:fld>
            <a:endParaRPr lang="en-US" dirty="0"/>
          </a:p>
        </p:txBody>
      </p:sp>
    </p:spTree>
    <p:extLst>
      <p:ext uri="{BB962C8B-B14F-4D97-AF65-F5344CB8AC3E}">
        <p14:creationId xmlns:p14="http://schemas.microsoft.com/office/powerpoint/2010/main" val="987939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White DNA structure">
            <a:extLst>
              <a:ext uri="{FF2B5EF4-FFF2-40B4-BE49-F238E27FC236}">
                <a16:creationId xmlns:a16="http://schemas.microsoft.com/office/drawing/2014/main" id="{6D8705D1-EA1F-3113-ABE0-EC474D1F18DA}"/>
              </a:ext>
            </a:extLst>
          </p:cNvPr>
          <p:cNvPicPr>
            <a:picLocks noGrp="1" noChangeAspect="1"/>
          </p:cNvPicPr>
          <p:nvPr>
            <p:ph type="pic" sz="quarter" idx="12"/>
          </p:nvPr>
        </p:nvPicPr>
        <p:blipFill rotWithShape="1">
          <a:blip r:embed="rId2">
            <a:alphaModFix amt="50000"/>
            <a:extLst>
              <a:ext uri="{28A0092B-C50C-407E-A947-70E740481C1C}">
                <a14:useLocalDpi xmlns:a14="http://schemas.microsoft.com/office/drawing/2010/main" val="0"/>
              </a:ext>
            </a:extLst>
          </a:blip>
          <a:srcRect t="74" b="74"/>
          <a:stretch/>
        </p:blipFill>
        <p:spPr/>
      </p:pic>
      <p:sp>
        <p:nvSpPr>
          <p:cNvPr id="4" name="TextBox 3">
            <a:extLst>
              <a:ext uri="{FF2B5EF4-FFF2-40B4-BE49-F238E27FC236}">
                <a16:creationId xmlns:a16="http://schemas.microsoft.com/office/drawing/2014/main" id="{FCBBF60E-3A57-AE6D-46C7-C33CE79736C4}"/>
              </a:ext>
            </a:extLst>
          </p:cNvPr>
          <p:cNvSpPr txBox="1"/>
          <p:nvPr/>
        </p:nvSpPr>
        <p:spPr>
          <a:xfrm>
            <a:off x="2523641" y="2338038"/>
            <a:ext cx="7144716" cy="1323439"/>
          </a:xfrm>
          <a:prstGeom prst="rect">
            <a:avLst/>
          </a:prstGeom>
          <a:noFill/>
        </p:spPr>
        <p:txBody>
          <a:bodyPr wrap="square" rtlCol="0">
            <a:spAutoFit/>
          </a:bodyPr>
          <a:lstStyle/>
          <a:p>
            <a:r>
              <a:rPr lang="en-US" sz="8000" b="1" dirty="0">
                <a:latin typeface="Bookman Old Style" panose="02050604050505020204" pitchFamily="18" charset="0"/>
              </a:rPr>
              <a:t>THANK YOU</a:t>
            </a:r>
          </a:p>
        </p:txBody>
      </p:sp>
    </p:spTree>
    <p:extLst>
      <p:ext uri="{BB962C8B-B14F-4D97-AF65-F5344CB8AC3E}">
        <p14:creationId xmlns:p14="http://schemas.microsoft.com/office/powerpoint/2010/main" val="9124683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B2FABB-45EC-440E-B647-8CA57BA45A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9746342-5E84-430E-9251-61001F208E7A}">
  <ds:schemaRefs>
    <ds:schemaRef ds:uri="http://purl.org/dc/elements/1.1/"/>
    <ds:schemaRef ds:uri="71af3243-3dd4-4a8d-8c0d-dd76da1f02a5"/>
    <ds:schemaRef ds:uri="http://schemas.microsoft.com/office/2006/metadata/properties"/>
    <ds:schemaRef ds:uri="http://schemas.openxmlformats.org/package/2006/metadata/core-properties"/>
    <ds:schemaRef ds:uri="230e9df3-be65-4c73-a93b-d1236ebd677e"/>
    <ds:schemaRef ds:uri="http://schemas.microsoft.com/office/infopath/2007/PartnerControls"/>
    <ds:schemaRef ds:uri="16c05727-aa75-4e4a-9b5f-8a80a1165891"/>
    <ds:schemaRef ds:uri="http://schemas.microsoft.com/office/2006/documentManagement/types"/>
    <ds:schemaRef ds:uri="http://www.w3.org/XML/1998/namespace"/>
    <ds:schemaRef ds:uri="http://schemas.microsoft.com/sharepoint/v3"/>
    <ds:schemaRef ds:uri="http://purl.org/dc/dcmitype/"/>
    <ds:schemaRef ds:uri="http://purl.org/dc/terms/"/>
  </ds:schemaRefs>
</ds:datastoreItem>
</file>

<file path=customXml/itemProps3.xml><?xml version="1.0" encoding="utf-8"?>
<ds:datastoreItem xmlns:ds="http://schemas.openxmlformats.org/officeDocument/2006/customXml" ds:itemID="{0E8B3377-22F1-4153-96F0-CC2E4BE41C5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2013 - 2022 Theme</Template>
  <TotalTime>3355</TotalTime>
  <Words>2038</Words>
  <Application>Microsoft Office PowerPoint</Application>
  <PresentationFormat>Widescreen</PresentationFormat>
  <Paragraphs>196</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Bookman Old Style</vt:lpstr>
      <vt:lpstr>Calibri</vt:lpstr>
      <vt:lpstr>Calibri Light</vt:lpstr>
      <vt:lpstr>Times New Roman</vt:lpstr>
      <vt:lpstr>Office Theme</vt:lpstr>
      <vt:lpstr>Mini Project(BEC586) Final  Presentation</vt:lpstr>
      <vt:lpstr>Acknowledgement</vt:lpstr>
      <vt:lpstr>Agenda</vt:lpstr>
      <vt:lpstr>Abstract</vt:lpstr>
      <vt:lpstr>Introduction</vt:lpstr>
      <vt:lpstr>Literature Survey</vt:lpstr>
      <vt:lpstr>Literature survey</vt:lpstr>
      <vt:lpstr>Literature Survey</vt:lpstr>
      <vt:lpstr>Literature Survey</vt:lpstr>
      <vt:lpstr>Objectives of the Project</vt:lpstr>
      <vt:lpstr>METHODOLOGY</vt:lpstr>
      <vt:lpstr>PowerPoint Presentation</vt:lpstr>
      <vt:lpstr>Results and Discussion</vt:lpstr>
      <vt:lpstr>Conclusion and 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 Work (BEC586) Introductory Presentation</dc:title>
  <dc:creator>Ajay Kumar N</dc:creator>
  <cp:lastModifiedBy>Konda Adhi</cp:lastModifiedBy>
  <cp:revision>28</cp:revision>
  <dcterms:created xsi:type="dcterms:W3CDTF">2024-06-14T07:01:29Z</dcterms:created>
  <dcterms:modified xsi:type="dcterms:W3CDTF">2024-12-24T22:55:40Z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